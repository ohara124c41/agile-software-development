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56" r:id="rId2"/>
    <p:sldId id="278" r:id="rId3"/>
    <p:sldId id="258" r:id="rId4"/>
    <p:sldId id="259" r:id="rId5"/>
    <p:sldId id="260" r:id="rId6"/>
    <p:sldId id="261" r:id="rId7"/>
    <p:sldId id="262" r:id="rId8"/>
    <p:sldId id="279" r:id="rId9"/>
    <p:sldId id="264" r:id="rId10"/>
    <p:sldId id="265" r:id="rId11"/>
    <p:sldId id="266" r:id="rId12"/>
    <p:sldId id="280" r:id="rId13"/>
    <p:sldId id="268" r:id="rId14"/>
    <p:sldId id="269" r:id="rId15"/>
    <p:sldId id="270" r:id="rId16"/>
    <p:sldId id="271" r:id="rId17"/>
    <p:sldId id="281" r:id="rId18"/>
    <p:sldId id="273" r:id="rId19"/>
    <p:sldId id="275" r:id="rId20"/>
    <p:sldId id="282" r:id="rId21"/>
    <p:sldId id="283" r:id="rId22"/>
    <p:sldId id="276" r:id="rId23"/>
    <p:sldId id="277" r:id="rId24"/>
  </p:sldIdLst>
  <p:sldSz cx="32918400" cy="21945600"/>
  <p:notesSz cx="6858000" cy="9144000"/>
  <p:embeddedFontLst>
    <p:embeddedFont>
      <p:font typeface="Lato" panose="020F0502020204030203" pitchFamily="34" charset="0"/>
      <p:regular r:id="rId26"/>
      <p:bold r:id="rId27"/>
      <p:italic r:id="rId28"/>
      <p:boldItalic r:id="rId29"/>
    </p:embeddedFont>
    <p:embeddedFont>
      <p:font typeface="Open Sans" panose="020B0606030504020204" pitchFamily="34" charset="0"/>
      <p:regular r:id="rId30"/>
      <p:bold r:id="rId31"/>
      <p:italic r:id="rId32"/>
      <p:boldItalic r:id="rId33"/>
    </p:embeddedFont>
    <p:embeddedFont>
      <p:font typeface="Raleway"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9AA0A6"/>
          </p15:clr>
        </p15:guide>
        <p15:guide id="2" pos="1036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5" d="100"/>
          <a:sy n="35" d="100"/>
        </p:scale>
        <p:origin x="660" y="8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573"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774afb8278_0_33: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774afb827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7757508193_0_49:notes"/>
          <p:cNvSpPr>
            <a:spLocks noGrp="1" noRot="1" noChangeAspect="1"/>
          </p:cNvSpPr>
          <p:nvPr>
            <p:ph type="sldImg" idx="2"/>
          </p:nvPr>
        </p:nvSpPr>
        <p:spPr>
          <a:xfrm>
            <a:off x="857573"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775750819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7757508193_0_14: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775750819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7757508193_0_27: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7757508193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7788f86856_3_0: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7788f86856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775edb9be6_1_12: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775edb9be6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52f5422df2_0_29: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52f5422df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7b3e80534_0_769: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7b3e80534_0_7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7788f86856_3_7: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7788f86856_3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775edb9be6_1_0: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775edb9be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77b3e80534_0_774: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77b3e80534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77b3e80534_0_784: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77b3e80534_0_7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7788f86856_3_11: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7788f86856_3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775edb9be6_1_6: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775edb9be6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77b3e80534_0_789: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77b3e80534_0_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7788f86856_3_19: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7788f86856_3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788f86856_3_30: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788f86856_3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7788f86856_3_34: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7788f86856_3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77b3e80534_0_13: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77b3e80534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9301E46A-D3F5-8978-F5FA-7DFEB18E5CA9}"/>
            </a:ext>
          </a:extLst>
        </p:cNvPr>
        <p:cNvGrpSpPr/>
        <p:nvPr/>
      </p:nvGrpSpPr>
      <p:grpSpPr>
        <a:xfrm>
          <a:off x="0" y="0"/>
          <a:ext cx="0" cy="0"/>
          <a:chOff x="0" y="0"/>
          <a:chExt cx="0" cy="0"/>
        </a:xfrm>
      </p:grpSpPr>
      <p:sp>
        <p:nvSpPr>
          <p:cNvPr id="226" name="Google Shape;226;g77b3e80534_0_13:notes">
            <a:extLst>
              <a:ext uri="{FF2B5EF4-FFF2-40B4-BE49-F238E27FC236}">
                <a16:creationId xmlns:a16="http://schemas.microsoft.com/office/drawing/2014/main" id="{96ED3745-2A60-7A82-D5D8-2B8159C3EA52}"/>
              </a:ext>
            </a:extLst>
          </p:cNvPr>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77b3e80534_0_13:notes">
            <a:extLst>
              <a:ext uri="{FF2B5EF4-FFF2-40B4-BE49-F238E27FC236}">
                <a16:creationId xmlns:a16="http://schemas.microsoft.com/office/drawing/2014/main" id="{B85A806B-78F6-F616-D96A-DA9D5F41A5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4586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a:extLst>
            <a:ext uri="{FF2B5EF4-FFF2-40B4-BE49-F238E27FC236}">
              <a16:creationId xmlns:a16="http://schemas.microsoft.com/office/drawing/2014/main" id="{BFB80598-3667-E496-43FB-2E6747CD821B}"/>
            </a:ext>
          </a:extLst>
        </p:cNvPr>
        <p:cNvGrpSpPr/>
        <p:nvPr/>
      </p:nvGrpSpPr>
      <p:grpSpPr>
        <a:xfrm>
          <a:off x="0" y="0"/>
          <a:ext cx="0" cy="0"/>
          <a:chOff x="0" y="0"/>
          <a:chExt cx="0" cy="0"/>
        </a:xfrm>
      </p:grpSpPr>
      <p:sp>
        <p:nvSpPr>
          <p:cNvPr id="226" name="Google Shape;226;g77b3e80534_0_13:notes">
            <a:extLst>
              <a:ext uri="{FF2B5EF4-FFF2-40B4-BE49-F238E27FC236}">
                <a16:creationId xmlns:a16="http://schemas.microsoft.com/office/drawing/2014/main" id="{2C41F296-547F-602E-518F-8087E53DE42E}"/>
              </a:ext>
            </a:extLst>
          </p:cNvPr>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77b3e80534_0_13:notes">
            <a:extLst>
              <a:ext uri="{FF2B5EF4-FFF2-40B4-BE49-F238E27FC236}">
                <a16:creationId xmlns:a16="http://schemas.microsoft.com/office/drawing/2014/main" id="{39E94677-2EA5-9CC5-521A-FF8423429A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4148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77d28d6d41_2_0: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77d28d6d41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7788f86856_2_0: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7788f86856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32918400" cy="2081400"/>
          </a:xfrm>
          <a:prstGeom prst="rect">
            <a:avLst/>
          </a:prstGeom>
          <a:solidFill>
            <a:schemeClr val="lt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2989594" y="5082604"/>
            <a:ext cx="2684790" cy="195524"/>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2626020" y="5642453"/>
            <a:ext cx="27677100" cy="7102800"/>
          </a:xfrm>
          <a:prstGeom prst="rect">
            <a:avLst/>
          </a:prstGeom>
        </p:spPr>
        <p:txBody>
          <a:bodyPr spcFirstLastPara="1" wrap="square" lIns="349450" tIns="349450" rIns="349450" bIns="349450" anchor="t" anchorCtr="0">
            <a:noAutofit/>
          </a:bodyPr>
          <a:lstStyle>
            <a:lvl1pPr lvl="0">
              <a:spcBef>
                <a:spcPts val="0"/>
              </a:spcBef>
              <a:spcAft>
                <a:spcPts val="0"/>
              </a:spcAft>
              <a:buClr>
                <a:schemeClr val="dk2"/>
              </a:buClr>
              <a:buSzPts val="16100"/>
              <a:buNone/>
              <a:defRPr sz="16100">
                <a:solidFill>
                  <a:schemeClr val="dk2"/>
                </a:solidFill>
              </a:defRPr>
            </a:lvl1pPr>
            <a:lvl2pPr lvl="1">
              <a:spcBef>
                <a:spcPts val="0"/>
              </a:spcBef>
              <a:spcAft>
                <a:spcPts val="0"/>
              </a:spcAft>
              <a:buClr>
                <a:schemeClr val="dk2"/>
              </a:buClr>
              <a:buSzPts val="16100"/>
              <a:buNone/>
              <a:defRPr sz="16100">
                <a:solidFill>
                  <a:schemeClr val="dk2"/>
                </a:solidFill>
              </a:defRPr>
            </a:lvl2pPr>
            <a:lvl3pPr lvl="2">
              <a:spcBef>
                <a:spcPts val="0"/>
              </a:spcBef>
              <a:spcAft>
                <a:spcPts val="0"/>
              </a:spcAft>
              <a:buClr>
                <a:schemeClr val="dk2"/>
              </a:buClr>
              <a:buSzPts val="16100"/>
              <a:buNone/>
              <a:defRPr sz="16100">
                <a:solidFill>
                  <a:schemeClr val="dk2"/>
                </a:solidFill>
              </a:defRPr>
            </a:lvl3pPr>
            <a:lvl4pPr lvl="3">
              <a:spcBef>
                <a:spcPts val="0"/>
              </a:spcBef>
              <a:spcAft>
                <a:spcPts val="0"/>
              </a:spcAft>
              <a:buClr>
                <a:schemeClr val="dk2"/>
              </a:buClr>
              <a:buSzPts val="16100"/>
              <a:buNone/>
              <a:defRPr sz="16100">
                <a:solidFill>
                  <a:schemeClr val="dk2"/>
                </a:solidFill>
              </a:defRPr>
            </a:lvl4pPr>
            <a:lvl5pPr lvl="4">
              <a:spcBef>
                <a:spcPts val="0"/>
              </a:spcBef>
              <a:spcAft>
                <a:spcPts val="0"/>
              </a:spcAft>
              <a:buClr>
                <a:schemeClr val="dk2"/>
              </a:buClr>
              <a:buSzPts val="16100"/>
              <a:buNone/>
              <a:defRPr sz="16100">
                <a:solidFill>
                  <a:schemeClr val="dk2"/>
                </a:solidFill>
              </a:defRPr>
            </a:lvl5pPr>
            <a:lvl6pPr lvl="5">
              <a:spcBef>
                <a:spcPts val="0"/>
              </a:spcBef>
              <a:spcAft>
                <a:spcPts val="0"/>
              </a:spcAft>
              <a:buClr>
                <a:schemeClr val="dk2"/>
              </a:buClr>
              <a:buSzPts val="16100"/>
              <a:buNone/>
              <a:defRPr sz="16100">
                <a:solidFill>
                  <a:schemeClr val="dk2"/>
                </a:solidFill>
              </a:defRPr>
            </a:lvl6pPr>
            <a:lvl7pPr lvl="6">
              <a:spcBef>
                <a:spcPts val="0"/>
              </a:spcBef>
              <a:spcAft>
                <a:spcPts val="0"/>
              </a:spcAft>
              <a:buClr>
                <a:schemeClr val="dk2"/>
              </a:buClr>
              <a:buSzPts val="16100"/>
              <a:buNone/>
              <a:defRPr sz="16100">
                <a:solidFill>
                  <a:schemeClr val="dk2"/>
                </a:solidFill>
              </a:defRPr>
            </a:lvl7pPr>
            <a:lvl8pPr lvl="7">
              <a:spcBef>
                <a:spcPts val="0"/>
              </a:spcBef>
              <a:spcAft>
                <a:spcPts val="0"/>
              </a:spcAft>
              <a:buClr>
                <a:schemeClr val="dk2"/>
              </a:buClr>
              <a:buSzPts val="16100"/>
              <a:buNone/>
              <a:defRPr sz="16100">
                <a:solidFill>
                  <a:schemeClr val="dk2"/>
                </a:solidFill>
              </a:defRPr>
            </a:lvl8pPr>
            <a:lvl9pPr lvl="8">
              <a:spcBef>
                <a:spcPts val="0"/>
              </a:spcBef>
              <a:spcAft>
                <a:spcPts val="0"/>
              </a:spcAft>
              <a:buClr>
                <a:schemeClr val="dk2"/>
              </a:buClr>
              <a:buSzPts val="16100"/>
              <a:buNone/>
              <a:defRPr sz="16100">
                <a:solidFill>
                  <a:schemeClr val="dk2"/>
                </a:solidFill>
              </a:defRPr>
            </a:lvl9pPr>
          </a:lstStyle>
          <a:p>
            <a:endParaRPr/>
          </a:p>
        </p:txBody>
      </p:sp>
      <p:sp>
        <p:nvSpPr>
          <p:cNvPr id="15" name="Google Shape;15;p2"/>
          <p:cNvSpPr txBox="1">
            <a:spLocks noGrp="1"/>
          </p:cNvSpPr>
          <p:nvPr>
            <p:ph type="subTitle" idx="1"/>
          </p:nvPr>
        </p:nvSpPr>
        <p:spPr>
          <a:xfrm>
            <a:off x="2626659" y="13537707"/>
            <a:ext cx="27677100" cy="2309100"/>
          </a:xfrm>
          <a:prstGeom prst="rect">
            <a:avLst/>
          </a:prstGeom>
        </p:spPr>
        <p:txBody>
          <a:bodyPr spcFirstLastPara="1" wrap="square" lIns="349450" tIns="349450" rIns="349450" bIns="349450" anchor="t" anchorCtr="0">
            <a:noAutofit/>
          </a:bodyPr>
          <a:lstStyle>
            <a:lvl1pPr lvl="0">
              <a:lnSpc>
                <a:spcPct val="100000"/>
              </a:lnSpc>
              <a:spcBef>
                <a:spcPts val="0"/>
              </a:spcBef>
              <a:spcAft>
                <a:spcPts val="0"/>
              </a:spcAft>
              <a:buSzPts val="6100"/>
              <a:buNone/>
              <a:defRPr sz="6100"/>
            </a:lvl1pPr>
            <a:lvl2pPr lvl="1">
              <a:lnSpc>
                <a:spcPct val="100000"/>
              </a:lnSpc>
              <a:spcBef>
                <a:spcPts val="0"/>
              </a:spcBef>
              <a:spcAft>
                <a:spcPts val="0"/>
              </a:spcAft>
              <a:buSzPts val="6100"/>
              <a:buNone/>
              <a:defRPr sz="6100"/>
            </a:lvl2pPr>
            <a:lvl3pPr lvl="2">
              <a:lnSpc>
                <a:spcPct val="100000"/>
              </a:lnSpc>
              <a:spcBef>
                <a:spcPts val="0"/>
              </a:spcBef>
              <a:spcAft>
                <a:spcPts val="0"/>
              </a:spcAft>
              <a:buSzPts val="6100"/>
              <a:buNone/>
              <a:defRPr sz="6100"/>
            </a:lvl3pPr>
            <a:lvl4pPr lvl="3">
              <a:lnSpc>
                <a:spcPct val="100000"/>
              </a:lnSpc>
              <a:spcBef>
                <a:spcPts val="0"/>
              </a:spcBef>
              <a:spcAft>
                <a:spcPts val="0"/>
              </a:spcAft>
              <a:buSzPts val="6100"/>
              <a:buNone/>
              <a:defRPr sz="6100"/>
            </a:lvl4pPr>
            <a:lvl5pPr lvl="4">
              <a:lnSpc>
                <a:spcPct val="100000"/>
              </a:lnSpc>
              <a:spcBef>
                <a:spcPts val="0"/>
              </a:spcBef>
              <a:spcAft>
                <a:spcPts val="0"/>
              </a:spcAft>
              <a:buSzPts val="6100"/>
              <a:buNone/>
              <a:defRPr sz="6100"/>
            </a:lvl5pPr>
            <a:lvl6pPr lvl="5">
              <a:lnSpc>
                <a:spcPct val="100000"/>
              </a:lnSpc>
              <a:spcBef>
                <a:spcPts val="0"/>
              </a:spcBef>
              <a:spcAft>
                <a:spcPts val="0"/>
              </a:spcAft>
              <a:buSzPts val="6100"/>
              <a:buNone/>
              <a:defRPr sz="6100"/>
            </a:lvl6pPr>
            <a:lvl7pPr lvl="6">
              <a:lnSpc>
                <a:spcPct val="100000"/>
              </a:lnSpc>
              <a:spcBef>
                <a:spcPts val="0"/>
              </a:spcBef>
              <a:spcAft>
                <a:spcPts val="0"/>
              </a:spcAft>
              <a:buSzPts val="6100"/>
              <a:buNone/>
              <a:defRPr sz="6100"/>
            </a:lvl7pPr>
            <a:lvl8pPr lvl="7">
              <a:lnSpc>
                <a:spcPct val="100000"/>
              </a:lnSpc>
              <a:spcBef>
                <a:spcPts val="0"/>
              </a:spcBef>
              <a:spcAft>
                <a:spcPts val="0"/>
              </a:spcAft>
              <a:buSzPts val="6100"/>
              <a:buNone/>
              <a:defRPr sz="6100"/>
            </a:lvl8pPr>
            <a:lvl9pPr lvl="8">
              <a:lnSpc>
                <a:spcPct val="100000"/>
              </a:lnSpc>
              <a:spcBef>
                <a:spcPts val="0"/>
              </a:spcBef>
              <a:spcAft>
                <a:spcPts val="0"/>
              </a:spcAft>
              <a:buSzPts val="6100"/>
              <a:buNone/>
              <a:defRPr sz="6100"/>
            </a:lvl9pPr>
          </a:lstStyle>
          <a:p>
            <a:endParaRPr/>
          </a:p>
        </p:txBody>
      </p:sp>
      <p:sp>
        <p:nvSpPr>
          <p:cNvPr id="16" name="Google Shape;16;p2"/>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2989594" y="5082604"/>
            <a:ext cx="2684790" cy="195524"/>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2626020" y="5642453"/>
            <a:ext cx="27678300" cy="6479400"/>
          </a:xfrm>
          <a:prstGeom prst="rect">
            <a:avLst/>
          </a:prstGeom>
        </p:spPr>
        <p:txBody>
          <a:bodyPr spcFirstLastPara="1" wrap="square" lIns="349450" tIns="349450" rIns="349450" bIns="349450" anchor="t" anchorCtr="0">
            <a:noAutofit/>
          </a:bodyPr>
          <a:lstStyle>
            <a:lvl1pPr lvl="0">
              <a:spcBef>
                <a:spcPts val="0"/>
              </a:spcBef>
              <a:spcAft>
                <a:spcPts val="0"/>
              </a:spcAft>
              <a:buClr>
                <a:schemeClr val="lt1"/>
              </a:buClr>
              <a:buSzPts val="13800"/>
              <a:buNone/>
              <a:defRPr sz="13800">
                <a:solidFill>
                  <a:schemeClr val="lt1"/>
                </a:solidFill>
              </a:defRPr>
            </a:lvl1pPr>
            <a:lvl2pPr lvl="1">
              <a:spcBef>
                <a:spcPts val="0"/>
              </a:spcBef>
              <a:spcAft>
                <a:spcPts val="0"/>
              </a:spcAft>
              <a:buClr>
                <a:schemeClr val="lt1"/>
              </a:buClr>
              <a:buSzPts val="13800"/>
              <a:buNone/>
              <a:defRPr sz="13800">
                <a:solidFill>
                  <a:schemeClr val="lt1"/>
                </a:solidFill>
              </a:defRPr>
            </a:lvl2pPr>
            <a:lvl3pPr lvl="2">
              <a:spcBef>
                <a:spcPts val="0"/>
              </a:spcBef>
              <a:spcAft>
                <a:spcPts val="0"/>
              </a:spcAft>
              <a:buClr>
                <a:schemeClr val="lt1"/>
              </a:buClr>
              <a:buSzPts val="13800"/>
              <a:buNone/>
              <a:defRPr sz="13800">
                <a:solidFill>
                  <a:schemeClr val="lt1"/>
                </a:solidFill>
              </a:defRPr>
            </a:lvl3pPr>
            <a:lvl4pPr lvl="3">
              <a:spcBef>
                <a:spcPts val="0"/>
              </a:spcBef>
              <a:spcAft>
                <a:spcPts val="0"/>
              </a:spcAft>
              <a:buClr>
                <a:schemeClr val="lt1"/>
              </a:buClr>
              <a:buSzPts val="13800"/>
              <a:buNone/>
              <a:defRPr sz="13800">
                <a:solidFill>
                  <a:schemeClr val="lt1"/>
                </a:solidFill>
              </a:defRPr>
            </a:lvl4pPr>
            <a:lvl5pPr lvl="4">
              <a:spcBef>
                <a:spcPts val="0"/>
              </a:spcBef>
              <a:spcAft>
                <a:spcPts val="0"/>
              </a:spcAft>
              <a:buClr>
                <a:schemeClr val="lt1"/>
              </a:buClr>
              <a:buSzPts val="13800"/>
              <a:buNone/>
              <a:defRPr sz="13800">
                <a:solidFill>
                  <a:schemeClr val="lt1"/>
                </a:solidFill>
              </a:defRPr>
            </a:lvl5pPr>
            <a:lvl6pPr lvl="5">
              <a:spcBef>
                <a:spcPts val="0"/>
              </a:spcBef>
              <a:spcAft>
                <a:spcPts val="0"/>
              </a:spcAft>
              <a:buClr>
                <a:schemeClr val="lt1"/>
              </a:buClr>
              <a:buSzPts val="13800"/>
              <a:buNone/>
              <a:defRPr sz="13800">
                <a:solidFill>
                  <a:schemeClr val="lt1"/>
                </a:solidFill>
              </a:defRPr>
            </a:lvl6pPr>
            <a:lvl7pPr lvl="6">
              <a:spcBef>
                <a:spcPts val="0"/>
              </a:spcBef>
              <a:spcAft>
                <a:spcPts val="0"/>
              </a:spcAft>
              <a:buClr>
                <a:schemeClr val="lt1"/>
              </a:buClr>
              <a:buSzPts val="13800"/>
              <a:buNone/>
              <a:defRPr sz="13800">
                <a:solidFill>
                  <a:schemeClr val="lt1"/>
                </a:solidFill>
              </a:defRPr>
            </a:lvl7pPr>
            <a:lvl8pPr lvl="7">
              <a:spcBef>
                <a:spcPts val="0"/>
              </a:spcBef>
              <a:spcAft>
                <a:spcPts val="0"/>
              </a:spcAft>
              <a:buClr>
                <a:schemeClr val="lt1"/>
              </a:buClr>
              <a:buSzPts val="13800"/>
              <a:buNone/>
              <a:defRPr sz="13800">
                <a:solidFill>
                  <a:schemeClr val="lt1"/>
                </a:solidFill>
              </a:defRPr>
            </a:lvl8pPr>
            <a:lvl9pPr lvl="8">
              <a:spcBef>
                <a:spcPts val="0"/>
              </a:spcBef>
              <a:spcAft>
                <a:spcPts val="0"/>
              </a:spcAft>
              <a:buClr>
                <a:schemeClr val="lt1"/>
              </a:buClr>
              <a:buSzPts val="13800"/>
              <a:buNone/>
              <a:defRPr sz="13800">
                <a:solidFill>
                  <a:schemeClr val="lt1"/>
                </a:solidFill>
              </a:defRPr>
            </a:lvl9pPr>
          </a:lstStyle>
          <a:p>
            <a:endParaRPr/>
          </a:p>
        </p:txBody>
      </p:sp>
      <p:sp>
        <p:nvSpPr>
          <p:cNvPr id="22" name="Google Shape;22;p3"/>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32918400" cy="2081400"/>
          </a:xfrm>
          <a:prstGeom prst="rect">
            <a:avLst/>
          </a:prstGeom>
          <a:solidFill>
            <a:schemeClr val="lt2"/>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2989594" y="5082604"/>
            <a:ext cx="2684790" cy="195524"/>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2626020" y="5626240"/>
            <a:ext cx="27679200" cy="2283600"/>
          </a:xfrm>
          <a:prstGeom prst="rect">
            <a:avLst/>
          </a:prstGeom>
        </p:spPr>
        <p:txBody>
          <a:bodyPr spcFirstLastPara="1" wrap="square" lIns="349450" tIns="349450" rIns="349450" bIns="349450" anchor="t" anchorCtr="0">
            <a:noAutofit/>
          </a:bodyPr>
          <a:lstStyle>
            <a:lvl1pPr lvl="0">
              <a:spcBef>
                <a:spcPts val="0"/>
              </a:spcBef>
              <a:spcAft>
                <a:spcPts val="0"/>
              </a:spcAft>
              <a:buClr>
                <a:schemeClr val="dk2"/>
              </a:buClr>
              <a:buSzPts val="9900"/>
              <a:buNone/>
              <a:defRPr sz="9900">
                <a:solidFill>
                  <a:schemeClr val="dk2"/>
                </a:solidFill>
              </a:defRPr>
            </a:lvl1pPr>
            <a:lvl2pPr lvl="1">
              <a:spcBef>
                <a:spcPts val="0"/>
              </a:spcBef>
              <a:spcAft>
                <a:spcPts val="0"/>
              </a:spcAft>
              <a:buClr>
                <a:schemeClr val="dk2"/>
              </a:buClr>
              <a:buSzPts val="9900"/>
              <a:buNone/>
              <a:defRPr sz="9900">
                <a:solidFill>
                  <a:schemeClr val="dk2"/>
                </a:solidFill>
              </a:defRPr>
            </a:lvl2pPr>
            <a:lvl3pPr lvl="2">
              <a:spcBef>
                <a:spcPts val="0"/>
              </a:spcBef>
              <a:spcAft>
                <a:spcPts val="0"/>
              </a:spcAft>
              <a:buClr>
                <a:schemeClr val="dk2"/>
              </a:buClr>
              <a:buSzPts val="9900"/>
              <a:buNone/>
              <a:defRPr sz="9900">
                <a:solidFill>
                  <a:schemeClr val="dk2"/>
                </a:solidFill>
              </a:defRPr>
            </a:lvl3pPr>
            <a:lvl4pPr lvl="3">
              <a:spcBef>
                <a:spcPts val="0"/>
              </a:spcBef>
              <a:spcAft>
                <a:spcPts val="0"/>
              </a:spcAft>
              <a:buClr>
                <a:schemeClr val="dk2"/>
              </a:buClr>
              <a:buSzPts val="9900"/>
              <a:buNone/>
              <a:defRPr sz="9900">
                <a:solidFill>
                  <a:schemeClr val="dk2"/>
                </a:solidFill>
              </a:defRPr>
            </a:lvl4pPr>
            <a:lvl5pPr lvl="4">
              <a:spcBef>
                <a:spcPts val="0"/>
              </a:spcBef>
              <a:spcAft>
                <a:spcPts val="0"/>
              </a:spcAft>
              <a:buClr>
                <a:schemeClr val="dk2"/>
              </a:buClr>
              <a:buSzPts val="9900"/>
              <a:buNone/>
              <a:defRPr sz="9900">
                <a:solidFill>
                  <a:schemeClr val="dk2"/>
                </a:solidFill>
              </a:defRPr>
            </a:lvl5pPr>
            <a:lvl6pPr lvl="5">
              <a:spcBef>
                <a:spcPts val="0"/>
              </a:spcBef>
              <a:spcAft>
                <a:spcPts val="0"/>
              </a:spcAft>
              <a:buClr>
                <a:schemeClr val="dk2"/>
              </a:buClr>
              <a:buSzPts val="9900"/>
              <a:buNone/>
              <a:defRPr sz="9900">
                <a:solidFill>
                  <a:schemeClr val="dk2"/>
                </a:solidFill>
              </a:defRPr>
            </a:lvl6pPr>
            <a:lvl7pPr lvl="6">
              <a:spcBef>
                <a:spcPts val="0"/>
              </a:spcBef>
              <a:spcAft>
                <a:spcPts val="0"/>
              </a:spcAft>
              <a:buClr>
                <a:schemeClr val="dk2"/>
              </a:buClr>
              <a:buSzPts val="9900"/>
              <a:buNone/>
              <a:defRPr sz="9900">
                <a:solidFill>
                  <a:schemeClr val="dk2"/>
                </a:solidFill>
              </a:defRPr>
            </a:lvl7pPr>
            <a:lvl8pPr lvl="7">
              <a:spcBef>
                <a:spcPts val="0"/>
              </a:spcBef>
              <a:spcAft>
                <a:spcPts val="0"/>
              </a:spcAft>
              <a:buClr>
                <a:schemeClr val="dk2"/>
              </a:buClr>
              <a:buSzPts val="9900"/>
              <a:buNone/>
              <a:defRPr sz="9900">
                <a:solidFill>
                  <a:schemeClr val="dk2"/>
                </a:solidFill>
              </a:defRPr>
            </a:lvl8pPr>
            <a:lvl9pPr lvl="8">
              <a:spcBef>
                <a:spcPts val="0"/>
              </a:spcBef>
              <a:spcAft>
                <a:spcPts val="0"/>
              </a:spcAft>
              <a:buClr>
                <a:schemeClr val="dk2"/>
              </a:buClr>
              <a:buSzPts val="9900"/>
              <a:buNone/>
              <a:defRPr sz="9900">
                <a:solidFill>
                  <a:schemeClr val="dk2"/>
                </a:solidFill>
              </a:defRPr>
            </a:lvl9pPr>
          </a:lstStyle>
          <a:p>
            <a:endParaRPr/>
          </a:p>
        </p:txBody>
      </p:sp>
      <p:sp>
        <p:nvSpPr>
          <p:cNvPr id="29" name="Google Shape;29;p4"/>
          <p:cNvSpPr txBox="1">
            <a:spLocks noGrp="1"/>
          </p:cNvSpPr>
          <p:nvPr>
            <p:ph type="body" idx="1"/>
          </p:nvPr>
        </p:nvSpPr>
        <p:spPr>
          <a:xfrm>
            <a:off x="2626020" y="8869867"/>
            <a:ext cx="27679200" cy="9647400"/>
          </a:xfrm>
          <a:prstGeom prst="rect">
            <a:avLst/>
          </a:prstGeom>
        </p:spPr>
        <p:txBody>
          <a:bodyPr spcFirstLastPara="1" wrap="square" lIns="349450" tIns="349450" rIns="349450" bIns="349450" anchor="t" anchorCtr="0">
            <a:noAutofit/>
          </a:bodyPr>
          <a:lstStyle>
            <a:lvl1pPr marL="457200" lvl="0" indent="-546100">
              <a:spcBef>
                <a:spcPts val="0"/>
              </a:spcBef>
              <a:spcAft>
                <a:spcPts val="0"/>
              </a:spcAft>
              <a:buSzPts val="5000"/>
              <a:buChar char="●"/>
              <a:defRPr/>
            </a:lvl1pPr>
            <a:lvl2pPr marL="914400" lvl="1" indent="-495300">
              <a:spcBef>
                <a:spcPts val="6100"/>
              </a:spcBef>
              <a:spcAft>
                <a:spcPts val="0"/>
              </a:spcAft>
              <a:buSzPts val="4200"/>
              <a:buChar char="○"/>
              <a:defRPr/>
            </a:lvl2pPr>
            <a:lvl3pPr marL="1371600" lvl="2" indent="-495300">
              <a:spcBef>
                <a:spcPts val="6100"/>
              </a:spcBef>
              <a:spcAft>
                <a:spcPts val="0"/>
              </a:spcAft>
              <a:buSzPts val="4200"/>
              <a:buChar char="■"/>
              <a:defRPr/>
            </a:lvl3pPr>
            <a:lvl4pPr marL="1828800" lvl="3" indent="-495300">
              <a:spcBef>
                <a:spcPts val="6100"/>
              </a:spcBef>
              <a:spcAft>
                <a:spcPts val="0"/>
              </a:spcAft>
              <a:buSzPts val="4200"/>
              <a:buChar char="●"/>
              <a:defRPr/>
            </a:lvl4pPr>
            <a:lvl5pPr marL="2286000" lvl="4" indent="-495300">
              <a:spcBef>
                <a:spcPts val="6100"/>
              </a:spcBef>
              <a:spcAft>
                <a:spcPts val="0"/>
              </a:spcAft>
              <a:buSzPts val="4200"/>
              <a:buChar char="○"/>
              <a:defRPr/>
            </a:lvl5pPr>
            <a:lvl6pPr marL="2743200" lvl="5" indent="-495300">
              <a:spcBef>
                <a:spcPts val="6100"/>
              </a:spcBef>
              <a:spcAft>
                <a:spcPts val="0"/>
              </a:spcAft>
              <a:buSzPts val="4200"/>
              <a:buChar char="■"/>
              <a:defRPr/>
            </a:lvl6pPr>
            <a:lvl7pPr marL="3200400" lvl="6" indent="-495300">
              <a:spcBef>
                <a:spcPts val="6100"/>
              </a:spcBef>
              <a:spcAft>
                <a:spcPts val="0"/>
              </a:spcAft>
              <a:buSzPts val="4200"/>
              <a:buChar char="●"/>
              <a:defRPr/>
            </a:lvl7pPr>
            <a:lvl8pPr marL="3657600" lvl="7" indent="-495300">
              <a:spcBef>
                <a:spcPts val="6100"/>
              </a:spcBef>
              <a:spcAft>
                <a:spcPts val="0"/>
              </a:spcAft>
              <a:buSzPts val="4200"/>
              <a:buChar char="○"/>
              <a:defRPr/>
            </a:lvl8pPr>
            <a:lvl9pPr marL="4114800" lvl="8" indent="-495300">
              <a:spcBef>
                <a:spcPts val="6100"/>
              </a:spcBef>
              <a:spcAft>
                <a:spcPts val="6100"/>
              </a:spcAft>
              <a:buSzPts val="4200"/>
              <a:buChar char="■"/>
              <a:defRPr/>
            </a:lvl9pPr>
          </a:lstStyle>
          <a:p>
            <a:endParaRPr/>
          </a:p>
        </p:txBody>
      </p:sp>
      <p:sp>
        <p:nvSpPr>
          <p:cNvPr id="30" name="Google Shape;30;p4"/>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32918400" cy="2081400"/>
          </a:xfrm>
          <a:prstGeom prst="rect">
            <a:avLst/>
          </a:prstGeom>
          <a:solidFill>
            <a:schemeClr val="lt2"/>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2989594" y="5082604"/>
            <a:ext cx="2684790" cy="195524"/>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2626020" y="5626240"/>
            <a:ext cx="27678300" cy="2283600"/>
          </a:xfrm>
          <a:prstGeom prst="rect">
            <a:avLst/>
          </a:prstGeom>
        </p:spPr>
        <p:txBody>
          <a:bodyPr spcFirstLastPara="1" wrap="square" lIns="349450" tIns="349450" rIns="349450" bIns="349450" anchor="t" anchorCtr="0">
            <a:noAutofit/>
          </a:bodyPr>
          <a:lstStyle>
            <a:lvl1pPr lvl="0">
              <a:spcBef>
                <a:spcPts val="0"/>
              </a:spcBef>
              <a:spcAft>
                <a:spcPts val="0"/>
              </a:spcAft>
              <a:buClr>
                <a:schemeClr val="dk2"/>
              </a:buClr>
              <a:buSzPts val="9900"/>
              <a:buNone/>
              <a:defRPr sz="9900">
                <a:solidFill>
                  <a:schemeClr val="dk2"/>
                </a:solidFill>
              </a:defRPr>
            </a:lvl1pPr>
            <a:lvl2pPr lvl="1">
              <a:spcBef>
                <a:spcPts val="0"/>
              </a:spcBef>
              <a:spcAft>
                <a:spcPts val="0"/>
              </a:spcAft>
              <a:buClr>
                <a:schemeClr val="dk2"/>
              </a:buClr>
              <a:buSzPts val="9900"/>
              <a:buNone/>
              <a:defRPr sz="9900">
                <a:solidFill>
                  <a:schemeClr val="dk2"/>
                </a:solidFill>
              </a:defRPr>
            </a:lvl2pPr>
            <a:lvl3pPr lvl="2">
              <a:spcBef>
                <a:spcPts val="0"/>
              </a:spcBef>
              <a:spcAft>
                <a:spcPts val="0"/>
              </a:spcAft>
              <a:buClr>
                <a:schemeClr val="dk2"/>
              </a:buClr>
              <a:buSzPts val="9900"/>
              <a:buNone/>
              <a:defRPr sz="9900">
                <a:solidFill>
                  <a:schemeClr val="dk2"/>
                </a:solidFill>
              </a:defRPr>
            </a:lvl3pPr>
            <a:lvl4pPr lvl="3">
              <a:spcBef>
                <a:spcPts val="0"/>
              </a:spcBef>
              <a:spcAft>
                <a:spcPts val="0"/>
              </a:spcAft>
              <a:buClr>
                <a:schemeClr val="dk2"/>
              </a:buClr>
              <a:buSzPts val="9900"/>
              <a:buNone/>
              <a:defRPr sz="9900">
                <a:solidFill>
                  <a:schemeClr val="dk2"/>
                </a:solidFill>
              </a:defRPr>
            </a:lvl4pPr>
            <a:lvl5pPr lvl="4">
              <a:spcBef>
                <a:spcPts val="0"/>
              </a:spcBef>
              <a:spcAft>
                <a:spcPts val="0"/>
              </a:spcAft>
              <a:buClr>
                <a:schemeClr val="dk2"/>
              </a:buClr>
              <a:buSzPts val="9900"/>
              <a:buNone/>
              <a:defRPr sz="9900">
                <a:solidFill>
                  <a:schemeClr val="dk2"/>
                </a:solidFill>
              </a:defRPr>
            </a:lvl5pPr>
            <a:lvl6pPr lvl="5">
              <a:spcBef>
                <a:spcPts val="0"/>
              </a:spcBef>
              <a:spcAft>
                <a:spcPts val="0"/>
              </a:spcAft>
              <a:buClr>
                <a:schemeClr val="dk2"/>
              </a:buClr>
              <a:buSzPts val="9900"/>
              <a:buNone/>
              <a:defRPr sz="9900">
                <a:solidFill>
                  <a:schemeClr val="dk2"/>
                </a:solidFill>
              </a:defRPr>
            </a:lvl6pPr>
            <a:lvl7pPr lvl="6">
              <a:spcBef>
                <a:spcPts val="0"/>
              </a:spcBef>
              <a:spcAft>
                <a:spcPts val="0"/>
              </a:spcAft>
              <a:buClr>
                <a:schemeClr val="dk2"/>
              </a:buClr>
              <a:buSzPts val="9900"/>
              <a:buNone/>
              <a:defRPr sz="9900">
                <a:solidFill>
                  <a:schemeClr val="dk2"/>
                </a:solidFill>
              </a:defRPr>
            </a:lvl7pPr>
            <a:lvl8pPr lvl="7">
              <a:spcBef>
                <a:spcPts val="0"/>
              </a:spcBef>
              <a:spcAft>
                <a:spcPts val="0"/>
              </a:spcAft>
              <a:buClr>
                <a:schemeClr val="dk2"/>
              </a:buClr>
              <a:buSzPts val="9900"/>
              <a:buNone/>
              <a:defRPr sz="9900">
                <a:solidFill>
                  <a:schemeClr val="dk2"/>
                </a:solidFill>
              </a:defRPr>
            </a:lvl8pPr>
            <a:lvl9pPr lvl="8">
              <a:spcBef>
                <a:spcPts val="0"/>
              </a:spcBef>
              <a:spcAft>
                <a:spcPts val="0"/>
              </a:spcAft>
              <a:buClr>
                <a:schemeClr val="dk2"/>
              </a:buClr>
              <a:buSzPts val="9900"/>
              <a:buNone/>
              <a:defRPr sz="9900">
                <a:solidFill>
                  <a:schemeClr val="dk2"/>
                </a:solidFill>
              </a:defRPr>
            </a:lvl9pPr>
          </a:lstStyle>
          <a:p>
            <a:endParaRPr/>
          </a:p>
        </p:txBody>
      </p:sp>
      <p:sp>
        <p:nvSpPr>
          <p:cNvPr id="37" name="Google Shape;37;p5"/>
          <p:cNvSpPr txBox="1">
            <a:spLocks noGrp="1"/>
          </p:cNvSpPr>
          <p:nvPr>
            <p:ph type="body" idx="1"/>
          </p:nvPr>
        </p:nvSpPr>
        <p:spPr>
          <a:xfrm>
            <a:off x="2625571" y="8869867"/>
            <a:ext cx="13587600" cy="9647400"/>
          </a:xfrm>
          <a:prstGeom prst="rect">
            <a:avLst/>
          </a:prstGeom>
        </p:spPr>
        <p:txBody>
          <a:bodyPr spcFirstLastPara="1" wrap="square" lIns="349450" tIns="349450" rIns="349450" bIns="349450" anchor="t" anchorCtr="0">
            <a:noAutofit/>
          </a:bodyPr>
          <a:lstStyle>
            <a:lvl1pPr marL="457200" lvl="0" indent="-546100">
              <a:spcBef>
                <a:spcPts val="0"/>
              </a:spcBef>
              <a:spcAft>
                <a:spcPts val="0"/>
              </a:spcAft>
              <a:buSzPts val="5000"/>
              <a:buChar char="●"/>
              <a:defRPr/>
            </a:lvl1pPr>
            <a:lvl2pPr marL="914400" lvl="1" indent="-495300">
              <a:spcBef>
                <a:spcPts val="6100"/>
              </a:spcBef>
              <a:spcAft>
                <a:spcPts val="0"/>
              </a:spcAft>
              <a:buSzPts val="4200"/>
              <a:buChar char="○"/>
              <a:defRPr/>
            </a:lvl2pPr>
            <a:lvl3pPr marL="1371600" lvl="2" indent="-495300">
              <a:spcBef>
                <a:spcPts val="6100"/>
              </a:spcBef>
              <a:spcAft>
                <a:spcPts val="0"/>
              </a:spcAft>
              <a:buSzPts val="4200"/>
              <a:buChar char="■"/>
              <a:defRPr/>
            </a:lvl3pPr>
            <a:lvl4pPr marL="1828800" lvl="3" indent="-495300">
              <a:spcBef>
                <a:spcPts val="6100"/>
              </a:spcBef>
              <a:spcAft>
                <a:spcPts val="0"/>
              </a:spcAft>
              <a:buSzPts val="4200"/>
              <a:buChar char="●"/>
              <a:defRPr/>
            </a:lvl4pPr>
            <a:lvl5pPr marL="2286000" lvl="4" indent="-495300">
              <a:spcBef>
                <a:spcPts val="6100"/>
              </a:spcBef>
              <a:spcAft>
                <a:spcPts val="0"/>
              </a:spcAft>
              <a:buSzPts val="4200"/>
              <a:buChar char="○"/>
              <a:defRPr/>
            </a:lvl5pPr>
            <a:lvl6pPr marL="2743200" lvl="5" indent="-495300">
              <a:spcBef>
                <a:spcPts val="6100"/>
              </a:spcBef>
              <a:spcAft>
                <a:spcPts val="0"/>
              </a:spcAft>
              <a:buSzPts val="4200"/>
              <a:buChar char="■"/>
              <a:defRPr/>
            </a:lvl6pPr>
            <a:lvl7pPr marL="3200400" lvl="6" indent="-495300">
              <a:spcBef>
                <a:spcPts val="6100"/>
              </a:spcBef>
              <a:spcAft>
                <a:spcPts val="0"/>
              </a:spcAft>
              <a:buSzPts val="4200"/>
              <a:buChar char="●"/>
              <a:defRPr/>
            </a:lvl7pPr>
            <a:lvl8pPr marL="3657600" lvl="7" indent="-495300">
              <a:spcBef>
                <a:spcPts val="6100"/>
              </a:spcBef>
              <a:spcAft>
                <a:spcPts val="0"/>
              </a:spcAft>
              <a:buSzPts val="4200"/>
              <a:buChar char="○"/>
              <a:defRPr/>
            </a:lvl8pPr>
            <a:lvl9pPr marL="4114800" lvl="8" indent="-495300">
              <a:spcBef>
                <a:spcPts val="6100"/>
              </a:spcBef>
              <a:spcAft>
                <a:spcPts val="6100"/>
              </a:spcAft>
              <a:buSzPts val="4200"/>
              <a:buChar char="■"/>
              <a:defRPr/>
            </a:lvl9pPr>
          </a:lstStyle>
          <a:p>
            <a:endParaRPr/>
          </a:p>
        </p:txBody>
      </p:sp>
      <p:sp>
        <p:nvSpPr>
          <p:cNvPr id="38" name="Google Shape;38;p5"/>
          <p:cNvSpPr txBox="1">
            <a:spLocks noGrp="1"/>
          </p:cNvSpPr>
          <p:nvPr>
            <p:ph type="body" idx="2"/>
          </p:nvPr>
        </p:nvSpPr>
        <p:spPr>
          <a:xfrm>
            <a:off x="16716973" y="8869867"/>
            <a:ext cx="13587600" cy="9647400"/>
          </a:xfrm>
          <a:prstGeom prst="rect">
            <a:avLst/>
          </a:prstGeom>
        </p:spPr>
        <p:txBody>
          <a:bodyPr spcFirstLastPara="1" wrap="square" lIns="349450" tIns="349450" rIns="349450" bIns="349450" anchor="t" anchorCtr="0">
            <a:noAutofit/>
          </a:bodyPr>
          <a:lstStyle>
            <a:lvl1pPr marL="457200" lvl="0" indent="-546100">
              <a:spcBef>
                <a:spcPts val="0"/>
              </a:spcBef>
              <a:spcAft>
                <a:spcPts val="0"/>
              </a:spcAft>
              <a:buSzPts val="5000"/>
              <a:buChar char="●"/>
              <a:defRPr/>
            </a:lvl1pPr>
            <a:lvl2pPr marL="914400" lvl="1" indent="-495300">
              <a:spcBef>
                <a:spcPts val="6100"/>
              </a:spcBef>
              <a:spcAft>
                <a:spcPts val="0"/>
              </a:spcAft>
              <a:buSzPts val="4200"/>
              <a:buChar char="○"/>
              <a:defRPr/>
            </a:lvl2pPr>
            <a:lvl3pPr marL="1371600" lvl="2" indent="-495300">
              <a:spcBef>
                <a:spcPts val="6100"/>
              </a:spcBef>
              <a:spcAft>
                <a:spcPts val="0"/>
              </a:spcAft>
              <a:buSzPts val="4200"/>
              <a:buChar char="■"/>
              <a:defRPr/>
            </a:lvl3pPr>
            <a:lvl4pPr marL="1828800" lvl="3" indent="-495300">
              <a:spcBef>
                <a:spcPts val="6100"/>
              </a:spcBef>
              <a:spcAft>
                <a:spcPts val="0"/>
              </a:spcAft>
              <a:buSzPts val="4200"/>
              <a:buChar char="●"/>
              <a:defRPr/>
            </a:lvl4pPr>
            <a:lvl5pPr marL="2286000" lvl="4" indent="-495300">
              <a:spcBef>
                <a:spcPts val="6100"/>
              </a:spcBef>
              <a:spcAft>
                <a:spcPts val="0"/>
              </a:spcAft>
              <a:buSzPts val="4200"/>
              <a:buChar char="○"/>
              <a:defRPr/>
            </a:lvl5pPr>
            <a:lvl6pPr marL="2743200" lvl="5" indent="-495300">
              <a:spcBef>
                <a:spcPts val="6100"/>
              </a:spcBef>
              <a:spcAft>
                <a:spcPts val="0"/>
              </a:spcAft>
              <a:buSzPts val="4200"/>
              <a:buChar char="■"/>
              <a:defRPr/>
            </a:lvl6pPr>
            <a:lvl7pPr marL="3200400" lvl="6" indent="-495300">
              <a:spcBef>
                <a:spcPts val="6100"/>
              </a:spcBef>
              <a:spcAft>
                <a:spcPts val="0"/>
              </a:spcAft>
              <a:buSzPts val="4200"/>
              <a:buChar char="●"/>
              <a:defRPr/>
            </a:lvl7pPr>
            <a:lvl8pPr marL="3657600" lvl="7" indent="-495300">
              <a:spcBef>
                <a:spcPts val="6100"/>
              </a:spcBef>
              <a:spcAft>
                <a:spcPts val="0"/>
              </a:spcAft>
              <a:buSzPts val="4200"/>
              <a:buChar char="○"/>
              <a:defRPr/>
            </a:lvl8pPr>
            <a:lvl9pPr marL="4114800" lvl="8" indent="-495300">
              <a:spcBef>
                <a:spcPts val="6100"/>
              </a:spcBef>
              <a:spcAft>
                <a:spcPts val="6100"/>
              </a:spcAft>
              <a:buSzPts val="4200"/>
              <a:buChar char="■"/>
              <a:defRPr/>
            </a:lvl9pPr>
          </a:lstStyle>
          <a:p>
            <a:endParaRPr/>
          </a:p>
        </p:txBody>
      </p:sp>
      <p:sp>
        <p:nvSpPr>
          <p:cNvPr id="39" name="Google Shape;39;p5"/>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32918400" cy="2081400"/>
          </a:xfrm>
          <a:prstGeom prst="rect">
            <a:avLst/>
          </a:prstGeom>
          <a:solidFill>
            <a:schemeClr val="lt2"/>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2989594" y="5082604"/>
            <a:ext cx="2684790" cy="195524"/>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2626020" y="5626240"/>
            <a:ext cx="27678300" cy="2283600"/>
          </a:xfrm>
          <a:prstGeom prst="rect">
            <a:avLst/>
          </a:prstGeom>
        </p:spPr>
        <p:txBody>
          <a:bodyPr spcFirstLastPara="1" wrap="square" lIns="349450" tIns="349450" rIns="349450" bIns="349450" anchor="t" anchorCtr="0">
            <a:noAutofit/>
          </a:bodyPr>
          <a:lstStyle>
            <a:lvl1pPr lvl="0">
              <a:spcBef>
                <a:spcPts val="0"/>
              </a:spcBef>
              <a:spcAft>
                <a:spcPts val="0"/>
              </a:spcAft>
              <a:buClr>
                <a:schemeClr val="dk2"/>
              </a:buClr>
              <a:buSzPts val="9900"/>
              <a:buNone/>
              <a:defRPr sz="9900">
                <a:solidFill>
                  <a:schemeClr val="dk2"/>
                </a:solidFill>
              </a:defRPr>
            </a:lvl1pPr>
            <a:lvl2pPr lvl="1">
              <a:spcBef>
                <a:spcPts val="0"/>
              </a:spcBef>
              <a:spcAft>
                <a:spcPts val="0"/>
              </a:spcAft>
              <a:buClr>
                <a:schemeClr val="dk2"/>
              </a:buClr>
              <a:buSzPts val="9900"/>
              <a:buNone/>
              <a:defRPr sz="9900">
                <a:solidFill>
                  <a:schemeClr val="dk2"/>
                </a:solidFill>
              </a:defRPr>
            </a:lvl2pPr>
            <a:lvl3pPr lvl="2">
              <a:spcBef>
                <a:spcPts val="0"/>
              </a:spcBef>
              <a:spcAft>
                <a:spcPts val="0"/>
              </a:spcAft>
              <a:buClr>
                <a:schemeClr val="dk2"/>
              </a:buClr>
              <a:buSzPts val="9900"/>
              <a:buNone/>
              <a:defRPr sz="9900">
                <a:solidFill>
                  <a:schemeClr val="dk2"/>
                </a:solidFill>
              </a:defRPr>
            </a:lvl3pPr>
            <a:lvl4pPr lvl="3">
              <a:spcBef>
                <a:spcPts val="0"/>
              </a:spcBef>
              <a:spcAft>
                <a:spcPts val="0"/>
              </a:spcAft>
              <a:buClr>
                <a:schemeClr val="dk2"/>
              </a:buClr>
              <a:buSzPts val="9900"/>
              <a:buNone/>
              <a:defRPr sz="9900">
                <a:solidFill>
                  <a:schemeClr val="dk2"/>
                </a:solidFill>
              </a:defRPr>
            </a:lvl4pPr>
            <a:lvl5pPr lvl="4">
              <a:spcBef>
                <a:spcPts val="0"/>
              </a:spcBef>
              <a:spcAft>
                <a:spcPts val="0"/>
              </a:spcAft>
              <a:buClr>
                <a:schemeClr val="dk2"/>
              </a:buClr>
              <a:buSzPts val="9900"/>
              <a:buNone/>
              <a:defRPr sz="9900">
                <a:solidFill>
                  <a:schemeClr val="dk2"/>
                </a:solidFill>
              </a:defRPr>
            </a:lvl5pPr>
            <a:lvl6pPr lvl="5">
              <a:spcBef>
                <a:spcPts val="0"/>
              </a:spcBef>
              <a:spcAft>
                <a:spcPts val="0"/>
              </a:spcAft>
              <a:buClr>
                <a:schemeClr val="dk2"/>
              </a:buClr>
              <a:buSzPts val="9900"/>
              <a:buNone/>
              <a:defRPr sz="9900">
                <a:solidFill>
                  <a:schemeClr val="dk2"/>
                </a:solidFill>
              </a:defRPr>
            </a:lvl6pPr>
            <a:lvl7pPr lvl="6">
              <a:spcBef>
                <a:spcPts val="0"/>
              </a:spcBef>
              <a:spcAft>
                <a:spcPts val="0"/>
              </a:spcAft>
              <a:buClr>
                <a:schemeClr val="dk2"/>
              </a:buClr>
              <a:buSzPts val="9900"/>
              <a:buNone/>
              <a:defRPr sz="9900">
                <a:solidFill>
                  <a:schemeClr val="dk2"/>
                </a:solidFill>
              </a:defRPr>
            </a:lvl7pPr>
            <a:lvl8pPr lvl="7">
              <a:spcBef>
                <a:spcPts val="0"/>
              </a:spcBef>
              <a:spcAft>
                <a:spcPts val="0"/>
              </a:spcAft>
              <a:buClr>
                <a:schemeClr val="dk2"/>
              </a:buClr>
              <a:buSzPts val="9900"/>
              <a:buNone/>
              <a:defRPr sz="9900">
                <a:solidFill>
                  <a:schemeClr val="dk2"/>
                </a:solidFill>
              </a:defRPr>
            </a:lvl8pPr>
            <a:lvl9pPr lvl="8">
              <a:spcBef>
                <a:spcPts val="0"/>
              </a:spcBef>
              <a:spcAft>
                <a:spcPts val="0"/>
              </a:spcAft>
              <a:buClr>
                <a:schemeClr val="dk2"/>
              </a:buClr>
              <a:buSzPts val="9900"/>
              <a:buNone/>
              <a:defRPr sz="9900">
                <a:solidFill>
                  <a:schemeClr val="dk2"/>
                </a:solidFill>
              </a:defRPr>
            </a:lvl9pPr>
          </a:lstStyle>
          <a:p>
            <a:endParaRPr/>
          </a:p>
        </p:txBody>
      </p:sp>
      <p:sp>
        <p:nvSpPr>
          <p:cNvPr id="46" name="Google Shape;46;p6"/>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32918400" cy="2081400"/>
          </a:xfrm>
          <a:prstGeom prst="rect">
            <a:avLst/>
          </a:prstGeom>
          <a:solidFill>
            <a:schemeClr val="lt2"/>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2989594" y="5082604"/>
            <a:ext cx="2684790" cy="195524"/>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2628000" y="5626240"/>
            <a:ext cx="11883300" cy="5894400"/>
          </a:xfrm>
          <a:prstGeom prst="rect">
            <a:avLst/>
          </a:prstGeom>
        </p:spPr>
        <p:txBody>
          <a:bodyPr spcFirstLastPara="1" wrap="square" lIns="349450" tIns="349450" rIns="349450" bIns="349450" anchor="t" anchorCtr="0">
            <a:noAutofit/>
          </a:bodyPr>
          <a:lstStyle>
            <a:lvl1pPr lvl="0">
              <a:spcBef>
                <a:spcPts val="0"/>
              </a:spcBef>
              <a:spcAft>
                <a:spcPts val="0"/>
              </a:spcAft>
              <a:buClr>
                <a:schemeClr val="dk2"/>
              </a:buClr>
              <a:buSzPts val="9900"/>
              <a:buNone/>
              <a:defRPr sz="9900">
                <a:solidFill>
                  <a:schemeClr val="dk2"/>
                </a:solidFill>
              </a:defRPr>
            </a:lvl1pPr>
            <a:lvl2pPr lvl="1">
              <a:spcBef>
                <a:spcPts val="0"/>
              </a:spcBef>
              <a:spcAft>
                <a:spcPts val="0"/>
              </a:spcAft>
              <a:buClr>
                <a:schemeClr val="dk2"/>
              </a:buClr>
              <a:buSzPts val="9900"/>
              <a:buNone/>
              <a:defRPr sz="9900">
                <a:solidFill>
                  <a:schemeClr val="dk2"/>
                </a:solidFill>
              </a:defRPr>
            </a:lvl2pPr>
            <a:lvl3pPr lvl="2">
              <a:spcBef>
                <a:spcPts val="0"/>
              </a:spcBef>
              <a:spcAft>
                <a:spcPts val="0"/>
              </a:spcAft>
              <a:buClr>
                <a:schemeClr val="dk2"/>
              </a:buClr>
              <a:buSzPts val="9900"/>
              <a:buNone/>
              <a:defRPr sz="9900">
                <a:solidFill>
                  <a:schemeClr val="dk2"/>
                </a:solidFill>
              </a:defRPr>
            </a:lvl3pPr>
            <a:lvl4pPr lvl="3">
              <a:spcBef>
                <a:spcPts val="0"/>
              </a:spcBef>
              <a:spcAft>
                <a:spcPts val="0"/>
              </a:spcAft>
              <a:buClr>
                <a:schemeClr val="dk2"/>
              </a:buClr>
              <a:buSzPts val="9900"/>
              <a:buNone/>
              <a:defRPr sz="9900">
                <a:solidFill>
                  <a:schemeClr val="dk2"/>
                </a:solidFill>
              </a:defRPr>
            </a:lvl4pPr>
            <a:lvl5pPr lvl="4">
              <a:spcBef>
                <a:spcPts val="0"/>
              </a:spcBef>
              <a:spcAft>
                <a:spcPts val="0"/>
              </a:spcAft>
              <a:buClr>
                <a:schemeClr val="dk2"/>
              </a:buClr>
              <a:buSzPts val="9900"/>
              <a:buNone/>
              <a:defRPr sz="9900">
                <a:solidFill>
                  <a:schemeClr val="dk2"/>
                </a:solidFill>
              </a:defRPr>
            </a:lvl5pPr>
            <a:lvl6pPr lvl="5">
              <a:spcBef>
                <a:spcPts val="0"/>
              </a:spcBef>
              <a:spcAft>
                <a:spcPts val="0"/>
              </a:spcAft>
              <a:buClr>
                <a:schemeClr val="dk2"/>
              </a:buClr>
              <a:buSzPts val="9900"/>
              <a:buNone/>
              <a:defRPr sz="9900">
                <a:solidFill>
                  <a:schemeClr val="dk2"/>
                </a:solidFill>
              </a:defRPr>
            </a:lvl6pPr>
            <a:lvl7pPr lvl="6">
              <a:spcBef>
                <a:spcPts val="0"/>
              </a:spcBef>
              <a:spcAft>
                <a:spcPts val="0"/>
              </a:spcAft>
              <a:buClr>
                <a:schemeClr val="dk2"/>
              </a:buClr>
              <a:buSzPts val="9900"/>
              <a:buNone/>
              <a:defRPr sz="9900">
                <a:solidFill>
                  <a:schemeClr val="dk2"/>
                </a:solidFill>
              </a:defRPr>
            </a:lvl7pPr>
            <a:lvl8pPr lvl="7">
              <a:spcBef>
                <a:spcPts val="0"/>
              </a:spcBef>
              <a:spcAft>
                <a:spcPts val="0"/>
              </a:spcAft>
              <a:buClr>
                <a:schemeClr val="dk2"/>
              </a:buClr>
              <a:buSzPts val="9900"/>
              <a:buNone/>
              <a:defRPr sz="9900">
                <a:solidFill>
                  <a:schemeClr val="dk2"/>
                </a:solidFill>
              </a:defRPr>
            </a:lvl8pPr>
            <a:lvl9pPr lvl="8">
              <a:spcBef>
                <a:spcPts val="0"/>
              </a:spcBef>
              <a:spcAft>
                <a:spcPts val="0"/>
              </a:spcAft>
              <a:buClr>
                <a:schemeClr val="dk2"/>
              </a:buClr>
              <a:buSzPts val="9900"/>
              <a:buNone/>
              <a:defRPr sz="9900">
                <a:solidFill>
                  <a:schemeClr val="dk2"/>
                </a:solidFill>
              </a:defRPr>
            </a:lvl9pPr>
          </a:lstStyle>
          <a:p>
            <a:endParaRPr/>
          </a:p>
        </p:txBody>
      </p:sp>
      <p:sp>
        <p:nvSpPr>
          <p:cNvPr id="53" name="Google Shape;53;p7"/>
          <p:cNvSpPr txBox="1">
            <a:spLocks noGrp="1"/>
          </p:cNvSpPr>
          <p:nvPr>
            <p:ph type="body" idx="1"/>
          </p:nvPr>
        </p:nvSpPr>
        <p:spPr>
          <a:xfrm>
            <a:off x="2596410" y="11868693"/>
            <a:ext cx="11883300" cy="6816000"/>
          </a:xfrm>
          <a:prstGeom prst="rect">
            <a:avLst/>
          </a:prstGeom>
        </p:spPr>
        <p:txBody>
          <a:bodyPr spcFirstLastPara="1" wrap="square" lIns="349450" tIns="349450" rIns="349450" bIns="349450" anchor="t" anchorCtr="0">
            <a:noAutofit/>
          </a:bodyPr>
          <a:lstStyle>
            <a:lvl1pPr marL="457200" lvl="0" indent="-546100">
              <a:spcBef>
                <a:spcPts val="0"/>
              </a:spcBef>
              <a:spcAft>
                <a:spcPts val="0"/>
              </a:spcAft>
              <a:buSzPts val="5000"/>
              <a:buChar char="●"/>
              <a:defRPr/>
            </a:lvl1pPr>
            <a:lvl2pPr marL="914400" lvl="1" indent="-495300">
              <a:spcBef>
                <a:spcPts val="6100"/>
              </a:spcBef>
              <a:spcAft>
                <a:spcPts val="0"/>
              </a:spcAft>
              <a:buSzPts val="4200"/>
              <a:buChar char="○"/>
              <a:defRPr/>
            </a:lvl2pPr>
            <a:lvl3pPr marL="1371600" lvl="2" indent="-495300">
              <a:spcBef>
                <a:spcPts val="6100"/>
              </a:spcBef>
              <a:spcAft>
                <a:spcPts val="0"/>
              </a:spcAft>
              <a:buSzPts val="4200"/>
              <a:buChar char="■"/>
              <a:defRPr/>
            </a:lvl3pPr>
            <a:lvl4pPr marL="1828800" lvl="3" indent="-495300">
              <a:spcBef>
                <a:spcPts val="6100"/>
              </a:spcBef>
              <a:spcAft>
                <a:spcPts val="0"/>
              </a:spcAft>
              <a:buSzPts val="4200"/>
              <a:buChar char="●"/>
              <a:defRPr/>
            </a:lvl4pPr>
            <a:lvl5pPr marL="2286000" lvl="4" indent="-495300">
              <a:spcBef>
                <a:spcPts val="6100"/>
              </a:spcBef>
              <a:spcAft>
                <a:spcPts val="0"/>
              </a:spcAft>
              <a:buSzPts val="4200"/>
              <a:buChar char="○"/>
              <a:defRPr/>
            </a:lvl5pPr>
            <a:lvl6pPr marL="2743200" lvl="5" indent="-495300">
              <a:spcBef>
                <a:spcPts val="6100"/>
              </a:spcBef>
              <a:spcAft>
                <a:spcPts val="0"/>
              </a:spcAft>
              <a:buSzPts val="4200"/>
              <a:buChar char="■"/>
              <a:defRPr/>
            </a:lvl6pPr>
            <a:lvl7pPr marL="3200400" lvl="6" indent="-495300">
              <a:spcBef>
                <a:spcPts val="6100"/>
              </a:spcBef>
              <a:spcAft>
                <a:spcPts val="0"/>
              </a:spcAft>
              <a:buSzPts val="4200"/>
              <a:buChar char="●"/>
              <a:defRPr/>
            </a:lvl7pPr>
            <a:lvl8pPr marL="3657600" lvl="7" indent="-495300">
              <a:spcBef>
                <a:spcPts val="6100"/>
              </a:spcBef>
              <a:spcAft>
                <a:spcPts val="0"/>
              </a:spcAft>
              <a:buSzPts val="4200"/>
              <a:buChar char="○"/>
              <a:defRPr/>
            </a:lvl8pPr>
            <a:lvl9pPr marL="4114800" lvl="8" indent="-495300">
              <a:spcBef>
                <a:spcPts val="6100"/>
              </a:spcBef>
              <a:spcAft>
                <a:spcPts val="6100"/>
              </a:spcAft>
              <a:buSzPts val="4200"/>
              <a:buChar char="■"/>
              <a:defRPr/>
            </a:lvl9pPr>
          </a:lstStyle>
          <a:p>
            <a:endParaRPr/>
          </a:p>
        </p:txBody>
      </p:sp>
      <p:sp>
        <p:nvSpPr>
          <p:cNvPr id="54" name="Google Shape;54;p7"/>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2989594" y="17788202"/>
            <a:ext cx="2684790" cy="195524"/>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2626020" y="3687680"/>
            <a:ext cx="25276200" cy="12735900"/>
          </a:xfrm>
          <a:prstGeom prst="rect">
            <a:avLst/>
          </a:prstGeom>
        </p:spPr>
        <p:txBody>
          <a:bodyPr spcFirstLastPara="1" wrap="square" lIns="349450" tIns="349450" rIns="349450" bIns="349450" anchor="ctr" anchorCtr="0">
            <a:noAutofit/>
          </a:bodyPr>
          <a:lstStyle>
            <a:lvl1pPr lvl="0">
              <a:spcBef>
                <a:spcPts val="0"/>
              </a:spcBef>
              <a:spcAft>
                <a:spcPts val="0"/>
              </a:spcAft>
              <a:buClr>
                <a:schemeClr val="lt1"/>
              </a:buClr>
              <a:buSzPts val="13800"/>
              <a:buNone/>
              <a:defRPr sz="13800">
                <a:solidFill>
                  <a:schemeClr val="lt1"/>
                </a:solidFill>
              </a:defRPr>
            </a:lvl1pPr>
            <a:lvl2pPr lvl="1">
              <a:spcBef>
                <a:spcPts val="0"/>
              </a:spcBef>
              <a:spcAft>
                <a:spcPts val="0"/>
              </a:spcAft>
              <a:buClr>
                <a:schemeClr val="lt1"/>
              </a:buClr>
              <a:buSzPts val="13800"/>
              <a:buNone/>
              <a:defRPr sz="13800">
                <a:solidFill>
                  <a:schemeClr val="lt1"/>
                </a:solidFill>
              </a:defRPr>
            </a:lvl2pPr>
            <a:lvl3pPr lvl="2">
              <a:spcBef>
                <a:spcPts val="0"/>
              </a:spcBef>
              <a:spcAft>
                <a:spcPts val="0"/>
              </a:spcAft>
              <a:buClr>
                <a:schemeClr val="lt1"/>
              </a:buClr>
              <a:buSzPts val="13800"/>
              <a:buNone/>
              <a:defRPr sz="13800">
                <a:solidFill>
                  <a:schemeClr val="lt1"/>
                </a:solidFill>
              </a:defRPr>
            </a:lvl3pPr>
            <a:lvl4pPr lvl="3">
              <a:spcBef>
                <a:spcPts val="0"/>
              </a:spcBef>
              <a:spcAft>
                <a:spcPts val="0"/>
              </a:spcAft>
              <a:buClr>
                <a:schemeClr val="lt1"/>
              </a:buClr>
              <a:buSzPts val="13800"/>
              <a:buNone/>
              <a:defRPr sz="13800">
                <a:solidFill>
                  <a:schemeClr val="lt1"/>
                </a:solidFill>
              </a:defRPr>
            </a:lvl4pPr>
            <a:lvl5pPr lvl="4">
              <a:spcBef>
                <a:spcPts val="0"/>
              </a:spcBef>
              <a:spcAft>
                <a:spcPts val="0"/>
              </a:spcAft>
              <a:buClr>
                <a:schemeClr val="lt1"/>
              </a:buClr>
              <a:buSzPts val="13800"/>
              <a:buNone/>
              <a:defRPr sz="13800">
                <a:solidFill>
                  <a:schemeClr val="lt1"/>
                </a:solidFill>
              </a:defRPr>
            </a:lvl5pPr>
            <a:lvl6pPr lvl="5">
              <a:spcBef>
                <a:spcPts val="0"/>
              </a:spcBef>
              <a:spcAft>
                <a:spcPts val="0"/>
              </a:spcAft>
              <a:buClr>
                <a:schemeClr val="lt1"/>
              </a:buClr>
              <a:buSzPts val="13800"/>
              <a:buNone/>
              <a:defRPr sz="13800">
                <a:solidFill>
                  <a:schemeClr val="lt1"/>
                </a:solidFill>
              </a:defRPr>
            </a:lvl6pPr>
            <a:lvl7pPr lvl="6">
              <a:spcBef>
                <a:spcPts val="0"/>
              </a:spcBef>
              <a:spcAft>
                <a:spcPts val="0"/>
              </a:spcAft>
              <a:buClr>
                <a:schemeClr val="lt1"/>
              </a:buClr>
              <a:buSzPts val="13800"/>
              <a:buNone/>
              <a:defRPr sz="13800">
                <a:solidFill>
                  <a:schemeClr val="lt1"/>
                </a:solidFill>
              </a:defRPr>
            </a:lvl7pPr>
            <a:lvl8pPr lvl="7">
              <a:spcBef>
                <a:spcPts val="0"/>
              </a:spcBef>
              <a:spcAft>
                <a:spcPts val="0"/>
              </a:spcAft>
              <a:buClr>
                <a:schemeClr val="lt1"/>
              </a:buClr>
              <a:buSzPts val="13800"/>
              <a:buNone/>
              <a:defRPr sz="13800">
                <a:solidFill>
                  <a:schemeClr val="lt1"/>
                </a:solidFill>
              </a:defRPr>
            </a:lvl8pPr>
            <a:lvl9pPr lvl="8">
              <a:spcBef>
                <a:spcPts val="0"/>
              </a:spcBef>
              <a:spcAft>
                <a:spcPts val="0"/>
              </a:spcAft>
              <a:buClr>
                <a:schemeClr val="lt1"/>
              </a:buClr>
              <a:buSzPts val="13800"/>
              <a:buNone/>
              <a:defRPr sz="13800">
                <a:solidFill>
                  <a:schemeClr val="lt1"/>
                </a:solidFill>
              </a:defRPr>
            </a:lvl9pPr>
          </a:lstStyle>
          <a:p>
            <a:endParaRPr/>
          </a:p>
        </p:txBody>
      </p:sp>
      <p:sp>
        <p:nvSpPr>
          <p:cNvPr id="60" name="Google Shape;60;p8"/>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16459200" cy="21945600"/>
          </a:xfrm>
          <a:prstGeom prst="rect">
            <a:avLst/>
          </a:prstGeom>
          <a:solidFill>
            <a:schemeClr val="lt2"/>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2989594" y="5082604"/>
            <a:ext cx="2684790" cy="195524"/>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2628000" y="5626240"/>
            <a:ext cx="11883300" cy="7198800"/>
          </a:xfrm>
          <a:prstGeom prst="rect">
            <a:avLst/>
          </a:prstGeom>
        </p:spPr>
        <p:txBody>
          <a:bodyPr spcFirstLastPara="1" wrap="square" lIns="349450" tIns="349450" rIns="349450" bIns="349450" anchor="t" anchorCtr="0">
            <a:noAutofit/>
          </a:bodyPr>
          <a:lstStyle>
            <a:lvl1pPr lvl="0">
              <a:spcBef>
                <a:spcPts val="0"/>
              </a:spcBef>
              <a:spcAft>
                <a:spcPts val="0"/>
              </a:spcAft>
              <a:buClr>
                <a:schemeClr val="dk2"/>
              </a:buClr>
              <a:buSzPts val="9900"/>
              <a:buNone/>
              <a:defRPr sz="9900">
                <a:solidFill>
                  <a:schemeClr val="dk2"/>
                </a:solidFill>
              </a:defRPr>
            </a:lvl1pPr>
            <a:lvl2pPr lvl="1">
              <a:spcBef>
                <a:spcPts val="0"/>
              </a:spcBef>
              <a:spcAft>
                <a:spcPts val="0"/>
              </a:spcAft>
              <a:buClr>
                <a:schemeClr val="dk2"/>
              </a:buClr>
              <a:buSzPts val="9900"/>
              <a:buNone/>
              <a:defRPr sz="9900">
                <a:solidFill>
                  <a:schemeClr val="dk2"/>
                </a:solidFill>
              </a:defRPr>
            </a:lvl2pPr>
            <a:lvl3pPr lvl="2">
              <a:spcBef>
                <a:spcPts val="0"/>
              </a:spcBef>
              <a:spcAft>
                <a:spcPts val="0"/>
              </a:spcAft>
              <a:buClr>
                <a:schemeClr val="dk2"/>
              </a:buClr>
              <a:buSzPts val="9900"/>
              <a:buNone/>
              <a:defRPr sz="9900">
                <a:solidFill>
                  <a:schemeClr val="dk2"/>
                </a:solidFill>
              </a:defRPr>
            </a:lvl3pPr>
            <a:lvl4pPr lvl="3">
              <a:spcBef>
                <a:spcPts val="0"/>
              </a:spcBef>
              <a:spcAft>
                <a:spcPts val="0"/>
              </a:spcAft>
              <a:buClr>
                <a:schemeClr val="dk2"/>
              </a:buClr>
              <a:buSzPts val="9900"/>
              <a:buNone/>
              <a:defRPr sz="9900">
                <a:solidFill>
                  <a:schemeClr val="dk2"/>
                </a:solidFill>
              </a:defRPr>
            </a:lvl4pPr>
            <a:lvl5pPr lvl="4">
              <a:spcBef>
                <a:spcPts val="0"/>
              </a:spcBef>
              <a:spcAft>
                <a:spcPts val="0"/>
              </a:spcAft>
              <a:buClr>
                <a:schemeClr val="dk2"/>
              </a:buClr>
              <a:buSzPts val="9900"/>
              <a:buNone/>
              <a:defRPr sz="9900">
                <a:solidFill>
                  <a:schemeClr val="dk2"/>
                </a:solidFill>
              </a:defRPr>
            </a:lvl5pPr>
            <a:lvl6pPr lvl="5">
              <a:spcBef>
                <a:spcPts val="0"/>
              </a:spcBef>
              <a:spcAft>
                <a:spcPts val="0"/>
              </a:spcAft>
              <a:buClr>
                <a:schemeClr val="dk2"/>
              </a:buClr>
              <a:buSzPts val="9900"/>
              <a:buNone/>
              <a:defRPr sz="9900">
                <a:solidFill>
                  <a:schemeClr val="dk2"/>
                </a:solidFill>
              </a:defRPr>
            </a:lvl6pPr>
            <a:lvl7pPr lvl="6">
              <a:spcBef>
                <a:spcPts val="0"/>
              </a:spcBef>
              <a:spcAft>
                <a:spcPts val="0"/>
              </a:spcAft>
              <a:buClr>
                <a:schemeClr val="dk2"/>
              </a:buClr>
              <a:buSzPts val="9900"/>
              <a:buNone/>
              <a:defRPr sz="9900">
                <a:solidFill>
                  <a:schemeClr val="dk2"/>
                </a:solidFill>
              </a:defRPr>
            </a:lvl7pPr>
            <a:lvl8pPr lvl="7">
              <a:spcBef>
                <a:spcPts val="0"/>
              </a:spcBef>
              <a:spcAft>
                <a:spcPts val="0"/>
              </a:spcAft>
              <a:buClr>
                <a:schemeClr val="dk2"/>
              </a:buClr>
              <a:buSzPts val="9900"/>
              <a:buNone/>
              <a:defRPr sz="9900">
                <a:solidFill>
                  <a:schemeClr val="dk2"/>
                </a:solidFill>
              </a:defRPr>
            </a:lvl8pPr>
            <a:lvl9pPr lvl="8">
              <a:spcBef>
                <a:spcPts val="0"/>
              </a:spcBef>
              <a:spcAft>
                <a:spcPts val="0"/>
              </a:spcAft>
              <a:buClr>
                <a:schemeClr val="dk2"/>
              </a:buClr>
              <a:buSzPts val="9900"/>
              <a:buNone/>
              <a:defRPr sz="9900">
                <a:solidFill>
                  <a:schemeClr val="dk2"/>
                </a:solidFill>
              </a:defRPr>
            </a:lvl9pPr>
          </a:lstStyle>
          <a:p>
            <a:endParaRPr/>
          </a:p>
        </p:txBody>
      </p:sp>
      <p:sp>
        <p:nvSpPr>
          <p:cNvPr id="67" name="Google Shape;67;p9"/>
          <p:cNvSpPr txBox="1">
            <a:spLocks noGrp="1"/>
          </p:cNvSpPr>
          <p:nvPr>
            <p:ph type="subTitle" idx="1"/>
          </p:nvPr>
        </p:nvSpPr>
        <p:spPr>
          <a:xfrm>
            <a:off x="2609820" y="13489173"/>
            <a:ext cx="11883300" cy="3238500"/>
          </a:xfrm>
          <a:prstGeom prst="rect">
            <a:avLst/>
          </a:prstGeom>
        </p:spPr>
        <p:txBody>
          <a:bodyPr spcFirstLastPara="1" wrap="square" lIns="349450" tIns="349450" rIns="349450" bIns="349450" anchor="t" anchorCtr="0">
            <a:noAutofit/>
          </a:bodyPr>
          <a:lstStyle>
            <a:lvl1pPr lvl="0">
              <a:lnSpc>
                <a:spcPct val="100000"/>
              </a:lnSpc>
              <a:spcBef>
                <a:spcPts val="0"/>
              </a:spcBef>
              <a:spcAft>
                <a:spcPts val="0"/>
              </a:spcAft>
              <a:buSzPts val="6100"/>
              <a:buNone/>
              <a:defRPr sz="6100"/>
            </a:lvl1pPr>
            <a:lvl2pPr lvl="1">
              <a:lnSpc>
                <a:spcPct val="100000"/>
              </a:lnSpc>
              <a:spcBef>
                <a:spcPts val="0"/>
              </a:spcBef>
              <a:spcAft>
                <a:spcPts val="0"/>
              </a:spcAft>
              <a:buSzPts val="6100"/>
              <a:buNone/>
              <a:defRPr sz="6100"/>
            </a:lvl2pPr>
            <a:lvl3pPr lvl="2">
              <a:lnSpc>
                <a:spcPct val="100000"/>
              </a:lnSpc>
              <a:spcBef>
                <a:spcPts val="0"/>
              </a:spcBef>
              <a:spcAft>
                <a:spcPts val="0"/>
              </a:spcAft>
              <a:buSzPts val="6100"/>
              <a:buNone/>
              <a:defRPr sz="6100"/>
            </a:lvl3pPr>
            <a:lvl4pPr lvl="3">
              <a:lnSpc>
                <a:spcPct val="100000"/>
              </a:lnSpc>
              <a:spcBef>
                <a:spcPts val="0"/>
              </a:spcBef>
              <a:spcAft>
                <a:spcPts val="0"/>
              </a:spcAft>
              <a:buSzPts val="6100"/>
              <a:buNone/>
              <a:defRPr sz="6100"/>
            </a:lvl4pPr>
            <a:lvl5pPr lvl="4">
              <a:lnSpc>
                <a:spcPct val="100000"/>
              </a:lnSpc>
              <a:spcBef>
                <a:spcPts val="0"/>
              </a:spcBef>
              <a:spcAft>
                <a:spcPts val="0"/>
              </a:spcAft>
              <a:buSzPts val="6100"/>
              <a:buNone/>
              <a:defRPr sz="6100"/>
            </a:lvl5pPr>
            <a:lvl6pPr lvl="5">
              <a:lnSpc>
                <a:spcPct val="100000"/>
              </a:lnSpc>
              <a:spcBef>
                <a:spcPts val="0"/>
              </a:spcBef>
              <a:spcAft>
                <a:spcPts val="0"/>
              </a:spcAft>
              <a:buSzPts val="6100"/>
              <a:buNone/>
              <a:defRPr sz="6100"/>
            </a:lvl6pPr>
            <a:lvl7pPr lvl="6">
              <a:lnSpc>
                <a:spcPct val="100000"/>
              </a:lnSpc>
              <a:spcBef>
                <a:spcPts val="0"/>
              </a:spcBef>
              <a:spcAft>
                <a:spcPts val="0"/>
              </a:spcAft>
              <a:buSzPts val="6100"/>
              <a:buNone/>
              <a:defRPr sz="6100"/>
            </a:lvl7pPr>
            <a:lvl8pPr lvl="7">
              <a:lnSpc>
                <a:spcPct val="100000"/>
              </a:lnSpc>
              <a:spcBef>
                <a:spcPts val="0"/>
              </a:spcBef>
              <a:spcAft>
                <a:spcPts val="0"/>
              </a:spcAft>
              <a:buSzPts val="6100"/>
              <a:buNone/>
              <a:defRPr sz="6100"/>
            </a:lvl8pPr>
            <a:lvl9pPr lvl="8">
              <a:lnSpc>
                <a:spcPct val="100000"/>
              </a:lnSpc>
              <a:spcBef>
                <a:spcPts val="0"/>
              </a:spcBef>
              <a:spcAft>
                <a:spcPts val="0"/>
              </a:spcAft>
              <a:buSzPts val="6100"/>
              <a:buNone/>
              <a:defRPr sz="6100"/>
            </a:lvl9pPr>
          </a:lstStyle>
          <a:p>
            <a:endParaRPr/>
          </a:p>
        </p:txBody>
      </p:sp>
      <p:sp>
        <p:nvSpPr>
          <p:cNvPr id="68" name="Google Shape;68;p9"/>
          <p:cNvSpPr txBox="1">
            <a:spLocks noGrp="1"/>
          </p:cNvSpPr>
          <p:nvPr>
            <p:ph type="body" idx="2"/>
          </p:nvPr>
        </p:nvSpPr>
        <p:spPr>
          <a:xfrm>
            <a:off x="18627210" y="5771200"/>
            <a:ext cx="12147900" cy="12908700"/>
          </a:xfrm>
          <a:prstGeom prst="rect">
            <a:avLst/>
          </a:prstGeom>
        </p:spPr>
        <p:txBody>
          <a:bodyPr spcFirstLastPara="1" wrap="square" lIns="349450" tIns="349450" rIns="349450" bIns="349450" anchor="t" anchorCtr="0">
            <a:noAutofit/>
          </a:bodyPr>
          <a:lstStyle>
            <a:lvl1pPr marL="457200" lvl="0" indent="-546100">
              <a:spcBef>
                <a:spcPts val="0"/>
              </a:spcBef>
              <a:spcAft>
                <a:spcPts val="0"/>
              </a:spcAft>
              <a:buSzPts val="5000"/>
              <a:buChar char="●"/>
              <a:defRPr/>
            </a:lvl1pPr>
            <a:lvl2pPr marL="914400" lvl="1" indent="-495300">
              <a:spcBef>
                <a:spcPts val="6100"/>
              </a:spcBef>
              <a:spcAft>
                <a:spcPts val="0"/>
              </a:spcAft>
              <a:buSzPts val="4200"/>
              <a:buChar char="○"/>
              <a:defRPr/>
            </a:lvl2pPr>
            <a:lvl3pPr marL="1371600" lvl="2" indent="-495300">
              <a:spcBef>
                <a:spcPts val="6100"/>
              </a:spcBef>
              <a:spcAft>
                <a:spcPts val="0"/>
              </a:spcAft>
              <a:buSzPts val="4200"/>
              <a:buChar char="■"/>
              <a:defRPr/>
            </a:lvl3pPr>
            <a:lvl4pPr marL="1828800" lvl="3" indent="-495300">
              <a:spcBef>
                <a:spcPts val="6100"/>
              </a:spcBef>
              <a:spcAft>
                <a:spcPts val="0"/>
              </a:spcAft>
              <a:buSzPts val="4200"/>
              <a:buChar char="●"/>
              <a:defRPr/>
            </a:lvl4pPr>
            <a:lvl5pPr marL="2286000" lvl="4" indent="-495300">
              <a:spcBef>
                <a:spcPts val="6100"/>
              </a:spcBef>
              <a:spcAft>
                <a:spcPts val="0"/>
              </a:spcAft>
              <a:buSzPts val="4200"/>
              <a:buChar char="○"/>
              <a:defRPr/>
            </a:lvl5pPr>
            <a:lvl6pPr marL="2743200" lvl="5" indent="-495300">
              <a:spcBef>
                <a:spcPts val="6100"/>
              </a:spcBef>
              <a:spcAft>
                <a:spcPts val="0"/>
              </a:spcAft>
              <a:buSzPts val="4200"/>
              <a:buChar char="■"/>
              <a:defRPr/>
            </a:lvl6pPr>
            <a:lvl7pPr marL="3200400" lvl="6" indent="-495300">
              <a:spcBef>
                <a:spcPts val="6100"/>
              </a:spcBef>
              <a:spcAft>
                <a:spcPts val="0"/>
              </a:spcAft>
              <a:buSzPts val="4200"/>
              <a:buChar char="●"/>
              <a:defRPr/>
            </a:lvl7pPr>
            <a:lvl8pPr marL="3657600" lvl="7" indent="-495300">
              <a:spcBef>
                <a:spcPts val="6100"/>
              </a:spcBef>
              <a:spcAft>
                <a:spcPts val="0"/>
              </a:spcAft>
              <a:buSzPts val="4200"/>
              <a:buChar char="○"/>
              <a:defRPr/>
            </a:lvl8pPr>
            <a:lvl9pPr marL="4114800" lvl="8" indent="-495300">
              <a:spcBef>
                <a:spcPts val="6100"/>
              </a:spcBef>
              <a:spcAft>
                <a:spcPts val="6100"/>
              </a:spcAft>
              <a:buSzPts val="4200"/>
              <a:buChar char="■"/>
              <a:defRPr/>
            </a:lvl9pPr>
          </a:lstStyle>
          <a:p>
            <a:endParaRPr/>
          </a:p>
        </p:txBody>
      </p:sp>
      <p:sp>
        <p:nvSpPr>
          <p:cNvPr id="69" name="Google Shape;69;p9"/>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2609820" y="18656218"/>
            <a:ext cx="27710700" cy="1964700"/>
          </a:xfrm>
          <a:prstGeom prst="rect">
            <a:avLst/>
          </a:prstGeom>
        </p:spPr>
        <p:txBody>
          <a:bodyPr spcFirstLastPara="1" wrap="square" lIns="349450" tIns="349450" rIns="349450" bIns="349450" anchor="ctr" anchorCtr="0">
            <a:noAutofit/>
          </a:bodyPr>
          <a:lstStyle>
            <a:lvl1pPr marL="457200" lvl="0" indent="-228600">
              <a:lnSpc>
                <a:spcPct val="100000"/>
              </a:lnSpc>
              <a:spcBef>
                <a:spcPts val="0"/>
              </a:spcBef>
              <a:spcAft>
                <a:spcPts val="0"/>
              </a:spcAft>
              <a:buSzPts val="5000"/>
              <a:buNone/>
              <a:defRPr/>
            </a:lvl1pPr>
          </a:lstStyle>
          <a:p>
            <a:endParaRPr/>
          </a:p>
        </p:txBody>
      </p:sp>
      <p:sp>
        <p:nvSpPr>
          <p:cNvPr id="72" name="Google Shape;72;p10"/>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2989594" y="17788202"/>
            <a:ext cx="2684790" cy="195524"/>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2626020" y="3131520"/>
            <a:ext cx="27678300" cy="5310600"/>
          </a:xfrm>
          <a:prstGeom prst="rect">
            <a:avLst/>
          </a:prstGeom>
        </p:spPr>
        <p:txBody>
          <a:bodyPr spcFirstLastPara="1" wrap="square" lIns="349450" tIns="349450" rIns="349450" bIns="349450" anchor="t" anchorCtr="0">
            <a:noAutofit/>
          </a:bodyPr>
          <a:lstStyle>
            <a:lvl1pPr lvl="0">
              <a:spcBef>
                <a:spcPts val="0"/>
              </a:spcBef>
              <a:spcAft>
                <a:spcPts val="0"/>
              </a:spcAft>
              <a:buClr>
                <a:schemeClr val="lt1"/>
              </a:buClr>
              <a:buSzPts val="30600"/>
              <a:buNone/>
              <a:defRPr sz="30600">
                <a:solidFill>
                  <a:schemeClr val="lt1"/>
                </a:solidFill>
              </a:defRPr>
            </a:lvl1pPr>
            <a:lvl2pPr lvl="1">
              <a:spcBef>
                <a:spcPts val="0"/>
              </a:spcBef>
              <a:spcAft>
                <a:spcPts val="0"/>
              </a:spcAft>
              <a:buClr>
                <a:schemeClr val="lt1"/>
              </a:buClr>
              <a:buSzPts val="30600"/>
              <a:buNone/>
              <a:defRPr sz="30600">
                <a:solidFill>
                  <a:schemeClr val="lt1"/>
                </a:solidFill>
              </a:defRPr>
            </a:lvl2pPr>
            <a:lvl3pPr lvl="2">
              <a:spcBef>
                <a:spcPts val="0"/>
              </a:spcBef>
              <a:spcAft>
                <a:spcPts val="0"/>
              </a:spcAft>
              <a:buClr>
                <a:schemeClr val="lt1"/>
              </a:buClr>
              <a:buSzPts val="30600"/>
              <a:buNone/>
              <a:defRPr sz="30600">
                <a:solidFill>
                  <a:schemeClr val="lt1"/>
                </a:solidFill>
              </a:defRPr>
            </a:lvl3pPr>
            <a:lvl4pPr lvl="3">
              <a:spcBef>
                <a:spcPts val="0"/>
              </a:spcBef>
              <a:spcAft>
                <a:spcPts val="0"/>
              </a:spcAft>
              <a:buClr>
                <a:schemeClr val="lt1"/>
              </a:buClr>
              <a:buSzPts val="30600"/>
              <a:buNone/>
              <a:defRPr sz="30600">
                <a:solidFill>
                  <a:schemeClr val="lt1"/>
                </a:solidFill>
              </a:defRPr>
            </a:lvl4pPr>
            <a:lvl5pPr lvl="4">
              <a:spcBef>
                <a:spcPts val="0"/>
              </a:spcBef>
              <a:spcAft>
                <a:spcPts val="0"/>
              </a:spcAft>
              <a:buClr>
                <a:schemeClr val="lt1"/>
              </a:buClr>
              <a:buSzPts val="30600"/>
              <a:buNone/>
              <a:defRPr sz="30600">
                <a:solidFill>
                  <a:schemeClr val="lt1"/>
                </a:solidFill>
              </a:defRPr>
            </a:lvl5pPr>
            <a:lvl6pPr lvl="5">
              <a:spcBef>
                <a:spcPts val="0"/>
              </a:spcBef>
              <a:spcAft>
                <a:spcPts val="0"/>
              </a:spcAft>
              <a:buClr>
                <a:schemeClr val="lt1"/>
              </a:buClr>
              <a:buSzPts val="30600"/>
              <a:buNone/>
              <a:defRPr sz="30600">
                <a:solidFill>
                  <a:schemeClr val="lt1"/>
                </a:solidFill>
              </a:defRPr>
            </a:lvl6pPr>
            <a:lvl7pPr lvl="6">
              <a:spcBef>
                <a:spcPts val="0"/>
              </a:spcBef>
              <a:spcAft>
                <a:spcPts val="0"/>
              </a:spcAft>
              <a:buClr>
                <a:schemeClr val="lt1"/>
              </a:buClr>
              <a:buSzPts val="30600"/>
              <a:buNone/>
              <a:defRPr sz="30600">
                <a:solidFill>
                  <a:schemeClr val="lt1"/>
                </a:solidFill>
              </a:defRPr>
            </a:lvl7pPr>
            <a:lvl8pPr lvl="7">
              <a:spcBef>
                <a:spcPts val="0"/>
              </a:spcBef>
              <a:spcAft>
                <a:spcPts val="0"/>
              </a:spcAft>
              <a:buClr>
                <a:schemeClr val="lt1"/>
              </a:buClr>
              <a:buSzPts val="30600"/>
              <a:buNone/>
              <a:defRPr sz="30600">
                <a:solidFill>
                  <a:schemeClr val="lt1"/>
                </a:solidFill>
              </a:defRPr>
            </a:lvl8pPr>
            <a:lvl9pPr lvl="8">
              <a:spcBef>
                <a:spcPts val="0"/>
              </a:spcBef>
              <a:spcAft>
                <a:spcPts val="0"/>
              </a:spcAft>
              <a:buClr>
                <a:schemeClr val="lt1"/>
              </a:buClr>
              <a:buSzPts val="30600"/>
              <a:buNone/>
              <a:defRPr sz="30600">
                <a:solidFill>
                  <a:schemeClr val="lt1"/>
                </a:solidFill>
              </a:defRPr>
            </a:lvl9pPr>
          </a:lstStyle>
          <a:p>
            <a:r>
              <a:t>xx%</a:t>
            </a:r>
          </a:p>
        </p:txBody>
      </p:sp>
      <p:sp>
        <p:nvSpPr>
          <p:cNvPr id="78" name="Google Shape;78;p11"/>
          <p:cNvSpPr txBox="1">
            <a:spLocks noGrp="1"/>
          </p:cNvSpPr>
          <p:nvPr>
            <p:ph type="body" idx="1"/>
          </p:nvPr>
        </p:nvSpPr>
        <p:spPr>
          <a:xfrm>
            <a:off x="2626020" y="9697655"/>
            <a:ext cx="27678300" cy="6743100"/>
          </a:xfrm>
          <a:prstGeom prst="rect">
            <a:avLst/>
          </a:prstGeom>
        </p:spPr>
        <p:txBody>
          <a:bodyPr spcFirstLastPara="1" wrap="square" lIns="349450" tIns="349450" rIns="349450" bIns="349450" anchor="t" anchorCtr="0">
            <a:noAutofit/>
          </a:bodyPr>
          <a:lstStyle>
            <a:lvl1pPr marL="457200" lvl="0" indent="-546100">
              <a:spcBef>
                <a:spcPts val="0"/>
              </a:spcBef>
              <a:spcAft>
                <a:spcPts val="0"/>
              </a:spcAft>
              <a:buClr>
                <a:schemeClr val="lt1"/>
              </a:buClr>
              <a:buSzPts val="5000"/>
              <a:buChar char="●"/>
              <a:defRPr>
                <a:solidFill>
                  <a:schemeClr val="lt1"/>
                </a:solidFill>
              </a:defRPr>
            </a:lvl1pPr>
            <a:lvl2pPr marL="914400" lvl="1" indent="-495300">
              <a:spcBef>
                <a:spcPts val="6100"/>
              </a:spcBef>
              <a:spcAft>
                <a:spcPts val="0"/>
              </a:spcAft>
              <a:buClr>
                <a:schemeClr val="lt1"/>
              </a:buClr>
              <a:buSzPts val="4200"/>
              <a:buChar char="○"/>
              <a:defRPr>
                <a:solidFill>
                  <a:schemeClr val="lt1"/>
                </a:solidFill>
              </a:defRPr>
            </a:lvl2pPr>
            <a:lvl3pPr marL="1371600" lvl="2" indent="-495300">
              <a:spcBef>
                <a:spcPts val="6100"/>
              </a:spcBef>
              <a:spcAft>
                <a:spcPts val="0"/>
              </a:spcAft>
              <a:buClr>
                <a:schemeClr val="lt1"/>
              </a:buClr>
              <a:buSzPts val="4200"/>
              <a:buChar char="■"/>
              <a:defRPr>
                <a:solidFill>
                  <a:schemeClr val="lt1"/>
                </a:solidFill>
              </a:defRPr>
            </a:lvl3pPr>
            <a:lvl4pPr marL="1828800" lvl="3" indent="-495300">
              <a:spcBef>
                <a:spcPts val="6100"/>
              </a:spcBef>
              <a:spcAft>
                <a:spcPts val="0"/>
              </a:spcAft>
              <a:buClr>
                <a:schemeClr val="lt1"/>
              </a:buClr>
              <a:buSzPts val="4200"/>
              <a:buChar char="●"/>
              <a:defRPr>
                <a:solidFill>
                  <a:schemeClr val="lt1"/>
                </a:solidFill>
              </a:defRPr>
            </a:lvl4pPr>
            <a:lvl5pPr marL="2286000" lvl="4" indent="-495300">
              <a:spcBef>
                <a:spcPts val="6100"/>
              </a:spcBef>
              <a:spcAft>
                <a:spcPts val="0"/>
              </a:spcAft>
              <a:buClr>
                <a:schemeClr val="lt1"/>
              </a:buClr>
              <a:buSzPts val="4200"/>
              <a:buChar char="○"/>
              <a:defRPr>
                <a:solidFill>
                  <a:schemeClr val="lt1"/>
                </a:solidFill>
              </a:defRPr>
            </a:lvl5pPr>
            <a:lvl6pPr marL="2743200" lvl="5" indent="-495300">
              <a:spcBef>
                <a:spcPts val="6100"/>
              </a:spcBef>
              <a:spcAft>
                <a:spcPts val="0"/>
              </a:spcAft>
              <a:buClr>
                <a:schemeClr val="lt1"/>
              </a:buClr>
              <a:buSzPts val="4200"/>
              <a:buChar char="■"/>
              <a:defRPr>
                <a:solidFill>
                  <a:schemeClr val="lt1"/>
                </a:solidFill>
              </a:defRPr>
            </a:lvl6pPr>
            <a:lvl7pPr marL="3200400" lvl="6" indent="-495300">
              <a:spcBef>
                <a:spcPts val="6100"/>
              </a:spcBef>
              <a:spcAft>
                <a:spcPts val="0"/>
              </a:spcAft>
              <a:buClr>
                <a:schemeClr val="lt1"/>
              </a:buClr>
              <a:buSzPts val="4200"/>
              <a:buChar char="●"/>
              <a:defRPr>
                <a:solidFill>
                  <a:schemeClr val="lt1"/>
                </a:solidFill>
              </a:defRPr>
            </a:lvl7pPr>
            <a:lvl8pPr marL="3657600" lvl="7" indent="-495300">
              <a:spcBef>
                <a:spcPts val="6100"/>
              </a:spcBef>
              <a:spcAft>
                <a:spcPts val="0"/>
              </a:spcAft>
              <a:buClr>
                <a:schemeClr val="lt1"/>
              </a:buClr>
              <a:buSzPts val="4200"/>
              <a:buChar char="○"/>
              <a:defRPr>
                <a:solidFill>
                  <a:schemeClr val="lt1"/>
                </a:solidFill>
              </a:defRPr>
            </a:lvl8pPr>
            <a:lvl9pPr marL="4114800" lvl="8" indent="-495300">
              <a:spcBef>
                <a:spcPts val="6100"/>
              </a:spcBef>
              <a:spcAft>
                <a:spcPts val="6100"/>
              </a:spcAft>
              <a:buClr>
                <a:schemeClr val="lt1"/>
              </a:buClr>
              <a:buSzPts val="4200"/>
              <a:buChar char="■"/>
              <a:defRPr>
                <a:solidFill>
                  <a:schemeClr val="lt1"/>
                </a:solidFill>
              </a:defRPr>
            </a:lvl9pPr>
          </a:lstStyle>
          <a:p>
            <a:endParaRPr/>
          </a:p>
        </p:txBody>
      </p:sp>
      <p:sp>
        <p:nvSpPr>
          <p:cNvPr id="79" name="Google Shape;79;p11"/>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30730688" y="20266030"/>
            <a:ext cx="1975200" cy="1679400"/>
          </a:xfrm>
          <a:prstGeom prst="rect">
            <a:avLst/>
          </a:prstGeom>
        </p:spPr>
        <p:txBody>
          <a:bodyPr spcFirstLastPara="1" wrap="square" lIns="349450" tIns="349450" rIns="349450" bIns="3494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00" cy="2443500"/>
          </a:xfrm>
          <a:prstGeom prst="rect">
            <a:avLst/>
          </a:prstGeom>
          <a:noFill/>
          <a:ln>
            <a:noFill/>
          </a:ln>
        </p:spPr>
        <p:txBody>
          <a:bodyPr spcFirstLastPara="1" wrap="square" lIns="349450" tIns="349450" rIns="349450" bIns="349450" anchor="t" anchorCtr="0">
            <a:noAutofit/>
          </a:bodyPr>
          <a:lstStyle>
            <a:lvl1pPr lvl="0">
              <a:spcBef>
                <a:spcPts val="0"/>
              </a:spcBef>
              <a:spcAft>
                <a:spcPts val="0"/>
              </a:spcAft>
              <a:buSzPts val="10700"/>
              <a:buFont typeface="Raleway"/>
              <a:buNone/>
              <a:defRPr sz="10700" b="1">
                <a:latin typeface="Raleway"/>
                <a:ea typeface="Raleway"/>
                <a:cs typeface="Raleway"/>
                <a:sym typeface="Raleway"/>
              </a:defRPr>
            </a:lvl1pPr>
            <a:lvl2pPr lvl="1">
              <a:spcBef>
                <a:spcPts val="0"/>
              </a:spcBef>
              <a:spcAft>
                <a:spcPts val="0"/>
              </a:spcAft>
              <a:buSzPts val="10700"/>
              <a:buFont typeface="Raleway"/>
              <a:buNone/>
              <a:defRPr sz="10700" b="1">
                <a:latin typeface="Raleway"/>
                <a:ea typeface="Raleway"/>
                <a:cs typeface="Raleway"/>
                <a:sym typeface="Raleway"/>
              </a:defRPr>
            </a:lvl2pPr>
            <a:lvl3pPr lvl="2">
              <a:spcBef>
                <a:spcPts val="0"/>
              </a:spcBef>
              <a:spcAft>
                <a:spcPts val="0"/>
              </a:spcAft>
              <a:buSzPts val="10700"/>
              <a:buFont typeface="Raleway"/>
              <a:buNone/>
              <a:defRPr sz="10700" b="1">
                <a:latin typeface="Raleway"/>
                <a:ea typeface="Raleway"/>
                <a:cs typeface="Raleway"/>
                <a:sym typeface="Raleway"/>
              </a:defRPr>
            </a:lvl3pPr>
            <a:lvl4pPr lvl="3">
              <a:spcBef>
                <a:spcPts val="0"/>
              </a:spcBef>
              <a:spcAft>
                <a:spcPts val="0"/>
              </a:spcAft>
              <a:buSzPts val="10700"/>
              <a:buFont typeface="Raleway"/>
              <a:buNone/>
              <a:defRPr sz="10700" b="1">
                <a:latin typeface="Raleway"/>
                <a:ea typeface="Raleway"/>
                <a:cs typeface="Raleway"/>
                <a:sym typeface="Raleway"/>
              </a:defRPr>
            </a:lvl4pPr>
            <a:lvl5pPr lvl="4">
              <a:spcBef>
                <a:spcPts val="0"/>
              </a:spcBef>
              <a:spcAft>
                <a:spcPts val="0"/>
              </a:spcAft>
              <a:buSzPts val="10700"/>
              <a:buFont typeface="Raleway"/>
              <a:buNone/>
              <a:defRPr sz="10700" b="1">
                <a:latin typeface="Raleway"/>
                <a:ea typeface="Raleway"/>
                <a:cs typeface="Raleway"/>
                <a:sym typeface="Raleway"/>
              </a:defRPr>
            </a:lvl5pPr>
            <a:lvl6pPr lvl="5">
              <a:spcBef>
                <a:spcPts val="0"/>
              </a:spcBef>
              <a:spcAft>
                <a:spcPts val="0"/>
              </a:spcAft>
              <a:buSzPts val="10700"/>
              <a:buFont typeface="Raleway"/>
              <a:buNone/>
              <a:defRPr sz="10700" b="1">
                <a:latin typeface="Raleway"/>
                <a:ea typeface="Raleway"/>
                <a:cs typeface="Raleway"/>
                <a:sym typeface="Raleway"/>
              </a:defRPr>
            </a:lvl6pPr>
            <a:lvl7pPr lvl="6">
              <a:spcBef>
                <a:spcPts val="0"/>
              </a:spcBef>
              <a:spcAft>
                <a:spcPts val="0"/>
              </a:spcAft>
              <a:buSzPts val="10700"/>
              <a:buFont typeface="Raleway"/>
              <a:buNone/>
              <a:defRPr sz="10700" b="1">
                <a:latin typeface="Raleway"/>
                <a:ea typeface="Raleway"/>
                <a:cs typeface="Raleway"/>
                <a:sym typeface="Raleway"/>
              </a:defRPr>
            </a:lvl7pPr>
            <a:lvl8pPr lvl="7">
              <a:spcBef>
                <a:spcPts val="0"/>
              </a:spcBef>
              <a:spcAft>
                <a:spcPts val="0"/>
              </a:spcAft>
              <a:buSzPts val="10700"/>
              <a:buFont typeface="Raleway"/>
              <a:buNone/>
              <a:defRPr sz="10700" b="1">
                <a:latin typeface="Raleway"/>
                <a:ea typeface="Raleway"/>
                <a:cs typeface="Raleway"/>
                <a:sym typeface="Raleway"/>
              </a:defRPr>
            </a:lvl8pPr>
            <a:lvl9pPr lvl="8">
              <a:spcBef>
                <a:spcPts val="0"/>
              </a:spcBef>
              <a:spcAft>
                <a:spcPts val="0"/>
              </a:spcAft>
              <a:buSzPts val="10700"/>
              <a:buFont typeface="Raleway"/>
              <a:buNone/>
              <a:defRPr sz="107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1122120" y="4917227"/>
            <a:ext cx="30674100" cy="14576700"/>
          </a:xfrm>
          <a:prstGeom prst="rect">
            <a:avLst/>
          </a:prstGeom>
          <a:noFill/>
          <a:ln>
            <a:noFill/>
          </a:ln>
        </p:spPr>
        <p:txBody>
          <a:bodyPr spcFirstLastPara="1" wrap="square" lIns="349450" tIns="349450" rIns="349450" bIns="349450" anchor="t" anchorCtr="0">
            <a:noAutofit/>
          </a:bodyPr>
          <a:lstStyle>
            <a:lvl1pPr marL="457200" lvl="0" indent="-546100">
              <a:lnSpc>
                <a:spcPct val="115000"/>
              </a:lnSpc>
              <a:spcBef>
                <a:spcPts val="0"/>
              </a:spcBef>
              <a:spcAft>
                <a:spcPts val="0"/>
              </a:spcAft>
              <a:buClr>
                <a:schemeClr val="accent1"/>
              </a:buClr>
              <a:buSzPts val="5000"/>
              <a:buFont typeface="Lato"/>
              <a:buChar char="●"/>
              <a:defRPr sz="5000">
                <a:solidFill>
                  <a:schemeClr val="accent1"/>
                </a:solidFill>
                <a:latin typeface="Lato"/>
                <a:ea typeface="Lato"/>
                <a:cs typeface="Lato"/>
                <a:sym typeface="Lato"/>
              </a:defRPr>
            </a:lvl1pPr>
            <a:lvl2pPr marL="914400" lvl="1" indent="-495300">
              <a:lnSpc>
                <a:spcPct val="115000"/>
              </a:lnSpc>
              <a:spcBef>
                <a:spcPts val="6100"/>
              </a:spcBef>
              <a:spcAft>
                <a:spcPts val="0"/>
              </a:spcAft>
              <a:buClr>
                <a:schemeClr val="accent1"/>
              </a:buClr>
              <a:buSzPts val="4200"/>
              <a:buFont typeface="Lato"/>
              <a:buChar char="○"/>
              <a:defRPr sz="4200">
                <a:solidFill>
                  <a:schemeClr val="accent1"/>
                </a:solidFill>
                <a:latin typeface="Lato"/>
                <a:ea typeface="Lato"/>
                <a:cs typeface="Lato"/>
                <a:sym typeface="Lato"/>
              </a:defRPr>
            </a:lvl2pPr>
            <a:lvl3pPr marL="1371600" lvl="2" indent="-495300">
              <a:lnSpc>
                <a:spcPct val="115000"/>
              </a:lnSpc>
              <a:spcBef>
                <a:spcPts val="6100"/>
              </a:spcBef>
              <a:spcAft>
                <a:spcPts val="0"/>
              </a:spcAft>
              <a:buClr>
                <a:schemeClr val="accent1"/>
              </a:buClr>
              <a:buSzPts val="4200"/>
              <a:buFont typeface="Lato"/>
              <a:buChar char="■"/>
              <a:defRPr sz="4200">
                <a:solidFill>
                  <a:schemeClr val="accent1"/>
                </a:solidFill>
                <a:latin typeface="Lato"/>
                <a:ea typeface="Lato"/>
                <a:cs typeface="Lato"/>
                <a:sym typeface="Lato"/>
              </a:defRPr>
            </a:lvl3pPr>
            <a:lvl4pPr marL="1828800" lvl="3" indent="-495300">
              <a:lnSpc>
                <a:spcPct val="115000"/>
              </a:lnSpc>
              <a:spcBef>
                <a:spcPts val="6100"/>
              </a:spcBef>
              <a:spcAft>
                <a:spcPts val="0"/>
              </a:spcAft>
              <a:buClr>
                <a:schemeClr val="accent1"/>
              </a:buClr>
              <a:buSzPts val="4200"/>
              <a:buFont typeface="Lato"/>
              <a:buChar char="●"/>
              <a:defRPr sz="4200">
                <a:solidFill>
                  <a:schemeClr val="accent1"/>
                </a:solidFill>
                <a:latin typeface="Lato"/>
                <a:ea typeface="Lato"/>
                <a:cs typeface="Lato"/>
                <a:sym typeface="Lato"/>
              </a:defRPr>
            </a:lvl4pPr>
            <a:lvl5pPr marL="2286000" lvl="4" indent="-495300">
              <a:lnSpc>
                <a:spcPct val="115000"/>
              </a:lnSpc>
              <a:spcBef>
                <a:spcPts val="6100"/>
              </a:spcBef>
              <a:spcAft>
                <a:spcPts val="0"/>
              </a:spcAft>
              <a:buClr>
                <a:schemeClr val="accent1"/>
              </a:buClr>
              <a:buSzPts val="4200"/>
              <a:buFont typeface="Lato"/>
              <a:buChar char="○"/>
              <a:defRPr sz="4200">
                <a:solidFill>
                  <a:schemeClr val="accent1"/>
                </a:solidFill>
                <a:latin typeface="Lato"/>
                <a:ea typeface="Lato"/>
                <a:cs typeface="Lato"/>
                <a:sym typeface="Lato"/>
              </a:defRPr>
            </a:lvl5pPr>
            <a:lvl6pPr marL="2743200" lvl="5" indent="-495300">
              <a:lnSpc>
                <a:spcPct val="115000"/>
              </a:lnSpc>
              <a:spcBef>
                <a:spcPts val="6100"/>
              </a:spcBef>
              <a:spcAft>
                <a:spcPts val="0"/>
              </a:spcAft>
              <a:buClr>
                <a:schemeClr val="accent1"/>
              </a:buClr>
              <a:buSzPts val="4200"/>
              <a:buFont typeface="Lato"/>
              <a:buChar char="■"/>
              <a:defRPr sz="4200">
                <a:solidFill>
                  <a:schemeClr val="accent1"/>
                </a:solidFill>
                <a:latin typeface="Lato"/>
                <a:ea typeface="Lato"/>
                <a:cs typeface="Lato"/>
                <a:sym typeface="Lato"/>
              </a:defRPr>
            </a:lvl6pPr>
            <a:lvl7pPr marL="3200400" lvl="6" indent="-495300">
              <a:lnSpc>
                <a:spcPct val="115000"/>
              </a:lnSpc>
              <a:spcBef>
                <a:spcPts val="6100"/>
              </a:spcBef>
              <a:spcAft>
                <a:spcPts val="0"/>
              </a:spcAft>
              <a:buClr>
                <a:schemeClr val="accent1"/>
              </a:buClr>
              <a:buSzPts val="4200"/>
              <a:buFont typeface="Lato"/>
              <a:buChar char="●"/>
              <a:defRPr sz="4200">
                <a:solidFill>
                  <a:schemeClr val="accent1"/>
                </a:solidFill>
                <a:latin typeface="Lato"/>
                <a:ea typeface="Lato"/>
                <a:cs typeface="Lato"/>
                <a:sym typeface="Lato"/>
              </a:defRPr>
            </a:lvl7pPr>
            <a:lvl8pPr marL="3657600" lvl="7" indent="-495300">
              <a:lnSpc>
                <a:spcPct val="115000"/>
              </a:lnSpc>
              <a:spcBef>
                <a:spcPts val="6100"/>
              </a:spcBef>
              <a:spcAft>
                <a:spcPts val="0"/>
              </a:spcAft>
              <a:buClr>
                <a:schemeClr val="accent1"/>
              </a:buClr>
              <a:buSzPts val="4200"/>
              <a:buFont typeface="Lato"/>
              <a:buChar char="○"/>
              <a:defRPr sz="4200">
                <a:solidFill>
                  <a:schemeClr val="accent1"/>
                </a:solidFill>
                <a:latin typeface="Lato"/>
                <a:ea typeface="Lato"/>
                <a:cs typeface="Lato"/>
                <a:sym typeface="Lato"/>
              </a:defRPr>
            </a:lvl8pPr>
            <a:lvl9pPr marL="4114800" lvl="8" indent="-495300">
              <a:lnSpc>
                <a:spcPct val="115000"/>
              </a:lnSpc>
              <a:spcBef>
                <a:spcPts val="6100"/>
              </a:spcBef>
              <a:spcAft>
                <a:spcPts val="6100"/>
              </a:spcAft>
              <a:buClr>
                <a:schemeClr val="accent1"/>
              </a:buClr>
              <a:buSzPts val="4200"/>
              <a:buFont typeface="Lato"/>
              <a:buChar char="■"/>
              <a:defRPr sz="42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30730688" y="20266030"/>
            <a:ext cx="1975200" cy="1679400"/>
          </a:xfrm>
          <a:prstGeom prst="rect">
            <a:avLst/>
          </a:prstGeom>
          <a:noFill/>
          <a:ln>
            <a:noFill/>
          </a:ln>
        </p:spPr>
        <p:txBody>
          <a:bodyPr spcFirstLastPara="1" wrap="square" lIns="349450" tIns="349450" rIns="349450" bIns="349450" anchor="ctr" anchorCtr="0">
            <a:noAutofit/>
          </a:bodyPr>
          <a:lstStyle>
            <a:lvl1pPr lvl="0" algn="r">
              <a:buNone/>
              <a:defRPr sz="3800">
                <a:solidFill>
                  <a:schemeClr val="accent1"/>
                </a:solidFill>
                <a:latin typeface="Lato"/>
                <a:ea typeface="Lato"/>
                <a:cs typeface="Lato"/>
                <a:sym typeface="Lato"/>
              </a:defRPr>
            </a:lvl1pPr>
            <a:lvl2pPr lvl="1" algn="r">
              <a:buNone/>
              <a:defRPr sz="3800">
                <a:solidFill>
                  <a:schemeClr val="accent1"/>
                </a:solidFill>
                <a:latin typeface="Lato"/>
                <a:ea typeface="Lato"/>
                <a:cs typeface="Lato"/>
                <a:sym typeface="Lato"/>
              </a:defRPr>
            </a:lvl2pPr>
            <a:lvl3pPr lvl="2" algn="r">
              <a:buNone/>
              <a:defRPr sz="3800">
                <a:solidFill>
                  <a:schemeClr val="accent1"/>
                </a:solidFill>
                <a:latin typeface="Lato"/>
                <a:ea typeface="Lato"/>
                <a:cs typeface="Lato"/>
                <a:sym typeface="Lato"/>
              </a:defRPr>
            </a:lvl3pPr>
            <a:lvl4pPr lvl="3" algn="r">
              <a:buNone/>
              <a:defRPr sz="3800">
                <a:solidFill>
                  <a:schemeClr val="accent1"/>
                </a:solidFill>
                <a:latin typeface="Lato"/>
                <a:ea typeface="Lato"/>
                <a:cs typeface="Lato"/>
                <a:sym typeface="Lato"/>
              </a:defRPr>
            </a:lvl4pPr>
            <a:lvl5pPr lvl="4" algn="r">
              <a:buNone/>
              <a:defRPr sz="3800">
                <a:solidFill>
                  <a:schemeClr val="accent1"/>
                </a:solidFill>
                <a:latin typeface="Lato"/>
                <a:ea typeface="Lato"/>
                <a:cs typeface="Lato"/>
                <a:sym typeface="Lato"/>
              </a:defRPr>
            </a:lvl5pPr>
            <a:lvl6pPr lvl="5" algn="r">
              <a:buNone/>
              <a:defRPr sz="3800">
                <a:solidFill>
                  <a:schemeClr val="accent1"/>
                </a:solidFill>
                <a:latin typeface="Lato"/>
                <a:ea typeface="Lato"/>
                <a:cs typeface="Lato"/>
                <a:sym typeface="Lato"/>
              </a:defRPr>
            </a:lvl6pPr>
            <a:lvl7pPr lvl="6" algn="r">
              <a:buNone/>
              <a:defRPr sz="3800">
                <a:solidFill>
                  <a:schemeClr val="accent1"/>
                </a:solidFill>
                <a:latin typeface="Lato"/>
                <a:ea typeface="Lato"/>
                <a:cs typeface="Lato"/>
                <a:sym typeface="Lato"/>
              </a:defRPr>
            </a:lvl7pPr>
            <a:lvl8pPr lvl="7" algn="r">
              <a:buNone/>
              <a:defRPr sz="3800">
                <a:solidFill>
                  <a:schemeClr val="accent1"/>
                </a:solidFill>
                <a:latin typeface="Lato"/>
                <a:ea typeface="Lato"/>
                <a:cs typeface="Lato"/>
                <a:sym typeface="Lato"/>
              </a:defRPr>
            </a:lvl8pPr>
            <a:lvl9pPr lvl="8" algn="r">
              <a:buNone/>
              <a:defRPr sz="38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4636800" y="6593850"/>
            <a:ext cx="23644800" cy="87579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US" sz="16000" dirty="0"/>
              <a:t>The A-Team | Agile Communication Project</a:t>
            </a:r>
            <a:endParaRPr sz="16000" dirty="0"/>
          </a:p>
        </p:txBody>
      </p:sp>
      <p:sp>
        <p:nvSpPr>
          <p:cNvPr id="2" name="Google Shape;86;p13">
            <a:extLst>
              <a:ext uri="{FF2B5EF4-FFF2-40B4-BE49-F238E27FC236}">
                <a16:creationId xmlns:a16="http://schemas.microsoft.com/office/drawing/2014/main" id="{2B799AF2-67DA-E70B-8C37-378053CC7204}"/>
              </a:ext>
            </a:extLst>
          </p:cNvPr>
          <p:cNvSpPr txBox="1">
            <a:spLocks/>
          </p:cNvSpPr>
          <p:nvPr/>
        </p:nvSpPr>
        <p:spPr>
          <a:xfrm>
            <a:off x="4636800" y="13695690"/>
            <a:ext cx="23644800" cy="2214870"/>
          </a:xfrm>
          <a:prstGeom prst="rect">
            <a:avLst/>
          </a:prstGeom>
          <a:noFill/>
          <a:ln>
            <a:noFill/>
          </a:ln>
        </p:spPr>
        <p:txBody>
          <a:bodyPr spcFirstLastPara="1" wrap="square" lIns="349450" tIns="349450" rIns="349450" bIns="3494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16100"/>
              <a:buFont typeface="Raleway"/>
              <a:buNone/>
              <a:defRPr sz="161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16100"/>
              <a:buFont typeface="Raleway"/>
              <a:buNone/>
              <a:defRPr sz="161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16100"/>
              <a:buFont typeface="Raleway"/>
              <a:buNone/>
              <a:defRPr sz="161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16100"/>
              <a:buFont typeface="Raleway"/>
              <a:buNone/>
              <a:defRPr sz="161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16100"/>
              <a:buFont typeface="Raleway"/>
              <a:buNone/>
              <a:defRPr sz="161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16100"/>
              <a:buFont typeface="Raleway"/>
              <a:buNone/>
              <a:defRPr sz="161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16100"/>
              <a:buFont typeface="Raleway"/>
              <a:buNone/>
              <a:defRPr sz="161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16100"/>
              <a:buFont typeface="Raleway"/>
              <a:buNone/>
              <a:defRPr sz="161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16100"/>
              <a:buFont typeface="Raleway"/>
              <a:buNone/>
              <a:defRPr sz="16100" b="1" i="0" u="none" strike="noStrike" cap="none">
                <a:solidFill>
                  <a:schemeClr val="dk2"/>
                </a:solidFill>
                <a:latin typeface="Raleway"/>
                <a:ea typeface="Raleway"/>
                <a:cs typeface="Raleway"/>
                <a:sym typeface="Raleway"/>
              </a:defRPr>
            </a:lvl9pPr>
          </a:lstStyle>
          <a:p>
            <a:r>
              <a:rPr lang="en-US" sz="4000" dirty="0"/>
              <a:t>Presented by: Christopher O’Hara,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body" idx="1"/>
          </p:nvPr>
        </p:nvSpPr>
        <p:spPr>
          <a:xfrm>
            <a:off x="2626020" y="8869867"/>
            <a:ext cx="27679200" cy="9647400"/>
          </a:xfrm>
          <a:prstGeom prst="rect">
            <a:avLst/>
          </a:prstGeom>
        </p:spPr>
        <p:txBody>
          <a:bodyPr spcFirstLastPara="1" wrap="square" lIns="349450" tIns="349450" rIns="349450" bIns="349450" anchor="t" anchorCtr="0">
            <a:noAutofit/>
          </a:bodyPr>
          <a:lstStyle/>
          <a:p>
            <a:pPr marL="0" lvl="0" indent="0" algn="l" rtl="0">
              <a:spcBef>
                <a:spcPts val="0"/>
              </a:spcBef>
              <a:spcAft>
                <a:spcPts val="6100"/>
              </a:spcAft>
              <a:buNone/>
            </a:pPr>
            <a:r>
              <a:rPr lang="en" dirty="0"/>
              <a:t>Sprints 1-3</a:t>
            </a:r>
            <a:endParaRPr dirty="0"/>
          </a:p>
        </p:txBody>
      </p:sp>
      <p:sp>
        <p:nvSpPr>
          <p:cNvPr id="92" name="Google Shape;92;p14"/>
          <p:cNvSpPr txBox="1">
            <a:spLocks noGrp="1"/>
          </p:cNvSpPr>
          <p:nvPr>
            <p:ph type="title"/>
          </p:nvPr>
        </p:nvSpPr>
        <p:spPr>
          <a:xfrm>
            <a:off x="2626020" y="5626240"/>
            <a:ext cx="27679200" cy="22836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a:t>Agile Communication</a:t>
            </a:r>
            <a:endParaRPr/>
          </a:p>
          <a:p>
            <a:pPr marL="0" lvl="0" indent="0" algn="l" rtl="0">
              <a:spcBef>
                <a:spcPts val="0"/>
              </a:spcBef>
              <a:spcAft>
                <a:spcPts val="0"/>
              </a:spcAft>
              <a:buNone/>
            </a:pPr>
            <a:r>
              <a:rPr lang="en"/>
              <a:t>Project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subTitle" idx="4294967295"/>
          </p:nvPr>
        </p:nvSpPr>
        <p:spPr>
          <a:xfrm>
            <a:off x="1122000" y="1525600"/>
            <a:ext cx="16015200" cy="159348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sz="4000" b="1" dirty="0">
                <a:latin typeface="Open Sans"/>
                <a:ea typeface="Open Sans"/>
                <a:cs typeface="Open Sans"/>
                <a:sym typeface="Open Sans"/>
              </a:rPr>
              <a:t>What is your Velocity for the past 3 sprints?</a:t>
            </a:r>
            <a:endParaRPr sz="4000" b="1" dirty="0">
              <a:latin typeface="Open Sans"/>
              <a:ea typeface="Open Sans"/>
              <a:cs typeface="Open Sans"/>
              <a:sym typeface="Open Sans"/>
            </a:endParaRPr>
          </a:p>
          <a:p>
            <a:pPr marL="0" lvl="0" indent="0" algn="l" rtl="0">
              <a:spcBef>
                <a:spcPts val="6100"/>
              </a:spcBef>
              <a:spcAft>
                <a:spcPts val="0"/>
              </a:spcAft>
              <a:buNone/>
            </a:pPr>
            <a:r>
              <a:rPr lang="en-US" sz="4000" dirty="0">
                <a:latin typeface="Open Sans"/>
                <a:ea typeface="Open Sans"/>
                <a:cs typeface="Open Sans"/>
                <a:sym typeface="Open Sans"/>
              </a:rPr>
              <a:t>Delivered velocity: 20, 23, and 22 points; average 21.7 points per sprint.</a:t>
            </a:r>
            <a:endParaRPr sz="4000" dirty="0">
              <a:latin typeface="Open Sans"/>
              <a:ea typeface="Open Sans"/>
              <a:cs typeface="Open Sans"/>
              <a:sym typeface="Open Sans"/>
            </a:endParaRPr>
          </a:p>
          <a:p>
            <a:pPr marL="0" lvl="0" indent="0" algn="l" rtl="0">
              <a:spcBef>
                <a:spcPts val="6100"/>
              </a:spcBef>
              <a:spcAft>
                <a:spcPts val="0"/>
              </a:spcAft>
              <a:buNone/>
            </a:pPr>
            <a:r>
              <a:rPr lang="en" sz="4000" b="1" dirty="0">
                <a:latin typeface="Open Sans"/>
                <a:ea typeface="Open Sans"/>
                <a:cs typeface="Open Sans"/>
                <a:sym typeface="Open Sans"/>
              </a:rPr>
              <a:t>How do you know your Velocity is correct?</a:t>
            </a:r>
            <a:endParaRPr sz="4000" b="1" dirty="0">
              <a:latin typeface="Open Sans"/>
              <a:ea typeface="Open Sans"/>
              <a:cs typeface="Open Sans"/>
              <a:sym typeface="Open Sans"/>
            </a:endParaRPr>
          </a:p>
          <a:p>
            <a:pPr marL="0" lvl="0" indent="0" algn="l" rtl="0">
              <a:spcBef>
                <a:spcPts val="6100"/>
              </a:spcBef>
              <a:spcAft>
                <a:spcPts val="0"/>
              </a:spcAft>
              <a:buNone/>
            </a:pPr>
            <a:r>
              <a:rPr lang="en-US" sz="4000" dirty="0">
                <a:latin typeface="Open Sans"/>
                <a:ea typeface="Open Sans"/>
                <a:cs typeface="Open Sans"/>
                <a:sym typeface="Open Sans"/>
              </a:rPr>
              <a:t>The total comes from completed story-point sums in the User Stories sheet and agrees with the burn charts: 65 cumulative points completed after Sprint 3.</a:t>
            </a:r>
            <a:endParaRPr sz="4000" dirty="0">
              <a:latin typeface="Open Sans"/>
              <a:ea typeface="Open Sans"/>
              <a:cs typeface="Open Sans"/>
              <a:sym typeface="Open Sans"/>
            </a:endParaRPr>
          </a:p>
          <a:p>
            <a:pPr marL="0" lvl="0" indent="0" algn="l" rtl="0">
              <a:spcBef>
                <a:spcPts val="6100"/>
              </a:spcBef>
              <a:spcAft>
                <a:spcPts val="0"/>
              </a:spcAft>
              <a:buNone/>
            </a:pPr>
            <a:r>
              <a:rPr lang="en" sz="4000" b="1" dirty="0">
                <a:latin typeface="Open Sans"/>
                <a:ea typeface="Open Sans"/>
                <a:cs typeface="Open Sans"/>
                <a:sym typeface="Open Sans"/>
              </a:rPr>
              <a:t>What would the BURN DOWN chart look like for Sprints 1-3?</a:t>
            </a:r>
            <a:r>
              <a:rPr lang="en" sz="4000" dirty="0">
                <a:latin typeface="Open Sans"/>
                <a:ea typeface="Open Sans"/>
                <a:cs typeface="Open Sans"/>
                <a:sym typeface="Open Sans"/>
              </a:rPr>
              <a:t> </a:t>
            </a:r>
            <a:endParaRPr sz="4000" dirty="0">
              <a:latin typeface="Open Sans"/>
              <a:ea typeface="Open Sans"/>
              <a:cs typeface="Open Sans"/>
              <a:sym typeface="Open Sans"/>
            </a:endParaRPr>
          </a:p>
          <a:p>
            <a:pPr marL="0" lvl="0" indent="0" algn="l" rtl="0">
              <a:spcBef>
                <a:spcPts val="6100"/>
              </a:spcBef>
              <a:spcAft>
                <a:spcPts val="0"/>
              </a:spcAft>
              <a:buNone/>
            </a:pPr>
            <a:r>
              <a:rPr lang="en-US" sz="4000" dirty="0">
                <a:latin typeface="Open Sans"/>
                <a:ea typeface="Open Sans"/>
                <a:cs typeface="Open Sans"/>
                <a:sym typeface="Open Sans"/>
              </a:rPr>
              <a:t>See Chart</a:t>
            </a:r>
            <a:endParaRPr sz="4000" dirty="0">
              <a:latin typeface="Open Sans"/>
              <a:ea typeface="Open Sans"/>
              <a:cs typeface="Open Sans"/>
              <a:sym typeface="Open Sans"/>
            </a:endParaRPr>
          </a:p>
          <a:p>
            <a:pPr marL="0" lvl="0" indent="0" algn="l" rtl="0">
              <a:spcBef>
                <a:spcPts val="6100"/>
              </a:spcBef>
              <a:spcAft>
                <a:spcPts val="0"/>
              </a:spcAft>
              <a:buNone/>
            </a:pPr>
            <a:r>
              <a:rPr lang="en" sz="4000" b="1" dirty="0">
                <a:latin typeface="Open Sans"/>
                <a:ea typeface="Open Sans"/>
                <a:cs typeface="Open Sans"/>
                <a:sym typeface="Open Sans"/>
              </a:rPr>
              <a:t>What would the BURN UP charts look like for Sprints 1-3?</a:t>
            </a:r>
            <a:endParaRPr sz="4000" b="1" dirty="0">
              <a:latin typeface="Open Sans"/>
              <a:ea typeface="Open Sans"/>
              <a:cs typeface="Open Sans"/>
              <a:sym typeface="Open Sans"/>
            </a:endParaRPr>
          </a:p>
          <a:p>
            <a:pPr marL="0" lvl="0" indent="0" algn="l" rtl="0">
              <a:spcBef>
                <a:spcPts val="6100"/>
              </a:spcBef>
              <a:spcAft>
                <a:spcPts val="0"/>
              </a:spcAft>
              <a:buClr>
                <a:schemeClr val="dk1"/>
              </a:buClr>
              <a:buSzPts val="1100"/>
              <a:buFont typeface="Arial"/>
              <a:buNone/>
            </a:pPr>
            <a:r>
              <a:rPr lang="en-US" sz="4000" dirty="0">
                <a:latin typeface="Open Sans"/>
                <a:ea typeface="Open Sans"/>
                <a:cs typeface="Open Sans"/>
                <a:sym typeface="Open Sans"/>
              </a:rPr>
              <a:t>See Chart</a:t>
            </a:r>
            <a:endParaRPr sz="4000" dirty="0">
              <a:latin typeface="Open Sans"/>
              <a:ea typeface="Open Sans"/>
              <a:cs typeface="Open Sans"/>
              <a:sym typeface="Open Sans"/>
            </a:endParaRPr>
          </a:p>
          <a:p>
            <a:pPr marL="0" lvl="0" indent="0" algn="l" rtl="0">
              <a:spcBef>
                <a:spcPts val="6100"/>
              </a:spcBef>
              <a:spcAft>
                <a:spcPts val="0"/>
              </a:spcAft>
              <a:buNone/>
            </a:pPr>
            <a:r>
              <a:rPr lang="en" sz="4000" b="1" dirty="0">
                <a:latin typeface="Open Sans"/>
                <a:ea typeface="Open Sans"/>
                <a:cs typeface="Open Sans"/>
                <a:sym typeface="Open Sans"/>
              </a:rPr>
              <a:t>How many points do you think the Team should commit to for Sprint 4 and justify your answer?</a:t>
            </a:r>
            <a:endParaRPr sz="4000" b="1" dirty="0">
              <a:latin typeface="Open Sans"/>
              <a:ea typeface="Open Sans"/>
              <a:cs typeface="Open Sans"/>
              <a:sym typeface="Open Sans"/>
            </a:endParaRPr>
          </a:p>
          <a:p>
            <a:pPr marL="0" lvl="0" indent="0" algn="l" rtl="0">
              <a:spcBef>
                <a:spcPts val="6100"/>
              </a:spcBef>
              <a:spcAft>
                <a:spcPts val="6100"/>
              </a:spcAft>
              <a:buClr>
                <a:schemeClr val="dk1"/>
              </a:buClr>
              <a:buSzPts val="1100"/>
              <a:buFont typeface="Arial"/>
              <a:buNone/>
            </a:pPr>
            <a:r>
              <a:rPr lang="en-US" sz="4000" dirty="0">
                <a:latin typeface="Open Sans"/>
                <a:ea typeface="Open Sans"/>
                <a:cs typeface="Open Sans"/>
                <a:sym typeface="Open Sans"/>
              </a:rPr>
              <a:t>Commit 22 points. It is near the three-sprint average, fits sustainable pace, and leaves room for the newly urgent security work without treating capacity as a promise.</a:t>
            </a:r>
            <a:endParaRPr sz="4000" dirty="0">
              <a:latin typeface="Open Sans"/>
              <a:ea typeface="Open Sans"/>
              <a:cs typeface="Open Sans"/>
              <a:sym typeface="Open Sans"/>
            </a:endParaRPr>
          </a:p>
        </p:txBody>
      </p:sp>
      <p:sp>
        <p:nvSpPr>
          <p:cNvPr id="100" name="Google Shape;100;p15"/>
          <p:cNvSpPr txBox="1">
            <a:spLocks noGrp="1"/>
          </p:cNvSpPr>
          <p:nvPr>
            <p:ph type="subTitle" idx="4294967295"/>
          </p:nvPr>
        </p:nvSpPr>
        <p:spPr>
          <a:xfrm>
            <a:off x="321900" y="-3"/>
            <a:ext cx="30674400" cy="2152200"/>
          </a:xfrm>
          <a:prstGeom prst="rect">
            <a:avLst/>
          </a:prstGeom>
        </p:spPr>
        <p:txBody>
          <a:bodyPr spcFirstLastPara="1" wrap="square" lIns="349450" tIns="349450" rIns="349450" bIns="349450" anchor="t" anchorCtr="0">
            <a:noAutofit/>
          </a:bodyPr>
          <a:lstStyle/>
          <a:p>
            <a:pPr marL="0" lvl="0" indent="0" algn="l" rtl="0">
              <a:spcBef>
                <a:spcPts val="0"/>
              </a:spcBef>
              <a:spcAft>
                <a:spcPts val="6100"/>
              </a:spcAft>
              <a:buNone/>
            </a:pPr>
            <a:r>
              <a:rPr lang="en" dirty="0"/>
              <a:t>Sprints 1-3 Questions</a:t>
            </a:r>
            <a:endParaRPr dirty="0"/>
          </a:p>
        </p:txBody>
      </p:sp>
      <p:pic>
        <p:nvPicPr>
          <p:cNvPr id="3" name="Picture 2">
            <a:extLst>
              <a:ext uri="{FF2B5EF4-FFF2-40B4-BE49-F238E27FC236}">
                <a16:creationId xmlns:a16="http://schemas.microsoft.com/office/drawing/2014/main" id="{59915978-26C1-E9F8-A850-310B6ADD8687}"/>
              </a:ext>
            </a:extLst>
          </p:cNvPr>
          <p:cNvPicPr>
            <a:picLocks noChangeAspect="1"/>
          </p:cNvPicPr>
          <p:nvPr/>
        </p:nvPicPr>
        <p:blipFill>
          <a:blip r:embed="rId3"/>
          <a:stretch>
            <a:fillRect/>
          </a:stretch>
        </p:blipFill>
        <p:spPr>
          <a:xfrm>
            <a:off x="19225000" y="13473756"/>
            <a:ext cx="11307300" cy="6197239"/>
          </a:xfrm>
          <a:prstGeom prst="rect">
            <a:avLst/>
          </a:prstGeom>
        </p:spPr>
      </p:pic>
      <p:pic>
        <p:nvPicPr>
          <p:cNvPr id="5" name="Picture 4">
            <a:extLst>
              <a:ext uri="{FF2B5EF4-FFF2-40B4-BE49-F238E27FC236}">
                <a16:creationId xmlns:a16="http://schemas.microsoft.com/office/drawing/2014/main" id="{CC1284C5-FED7-034E-B9F8-B84B9BB27167}"/>
              </a:ext>
            </a:extLst>
          </p:cNvPr>
          <p:cNvPicPr>
            <a:picLocks/>
          </p:cNvPicPr>
          <p:nvPr/>
        </p:nvPicPr>
        <p:blipFill>
          <a:blip r:embed="rId4"/>
          <a:stretch>
            <a:fillRect/>
          </a:stretch>
        </p:blipFill>
        <p:spPr>
          <a:xfrm>
            <a:off x="19225000" y="3969805"/>
            <a:ext cx="11307300" cy="61972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a:spLocks noGrp="1"/>
          </p:cNvSpPr>
          <p:nvPr>
            <p:ph type="title"/>
          </p:nvPr>
        </p:nvSpPr>
        <p:spPr>
          <a:xfrm>
            <a:off x="2626020" y="5626240"/>
            <a:ext cx="27679200" cy="22836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a:t>Agile Communication</a:t>
            </a:r>
            <a:endParaRPr/>
          </a:p>
          <a:p>
            <a:pPr marL="0" lvl="0" indent="0" algn="l" rtl="0">
              <a:spcBef>
                <a:spcPts val="0"/>
              </a:spcBef>
              <a:spcAft>
                <a:spcPts val="0"/>
              </a:spcAft>
              <a:buNone/>
            </a:pPr>
            <a:r>
              <a:rPr lang="en"/>
              <a:t>Project </a:t>
            </a:r>
            <a:endParaRPr/>
          </a:p>
        </p:txBody>
      </p:sp>
      <p:sp>
        <p:nvSpPr>
          <p:cNvPr id="106" name="Google Shape;106;p16"/>
          <p:cNvSpPr txBox="1">
            <a:spLocks noGrp="1"/>
          </p:cNvSpPr>
          <p:nvPr>
            <p:ph type="body" idx="1"/>
          </p:nvPr>
        </p:nvSpPr>
        <p:spPr>
          <a:xfrm>
            <a:off x="2626020" y="8869867"/>
            <a:ext cx="27679200" cy="9647400"/>
          </a:xfrm>
          <a:prstGeom prst="rect">
            <a:avLst/>
          </a:prstGeom>
        </p:spPr>
        <p:txBody>
          <a:bodyPr spcFirstLastPara="1" wrap="square" lIns="349450" tIns="349450" rIns="349450" bIns="349450" anchor="t" anchorCtr="0">
            <a:noAutofit/>
          </a:bodyPr>
          <a:lstStyle/>
          <a:p>
            <a:pPr marL="0" lvl="0" indent="0" algn="l" rtl="0">
              <a:spcBef>
                <a:spcPts val="0"/>
              </a:spcBef>
              <a:spcAft>
                <a:spcPts val="6100"/>
              </a:spcAft>
              <a:buNone/>
            </a:pPr>
            <a:r>
              <a:rPr lang="en-US" dirty="0"/>
              <a:t>Sprint 4 | Cyber Shield</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3" name="Picture 2">
            <a:extLst>
              <a:ext uri="{FF2B5EF4-FFF2-40B4-BE49-F238E27FC236}">
                <a16:creationId xmlns:a16="http://schemas.microsoft.com/office/drawing/2014/main" id="{9DE0BD5C-E0BD-07E4-7960-BDECBA343A9A}"/>
              </a:ext>
            </a:extLst>
          </p:cNvPr>
          <p:cNvPicPr>
            <a:picLocks noChangeAspect="1"/>
          </p:cNvPicPr>
          <p:nvPr/>
        </p:nvPicPr>
        <p:blipFill>
          <a:blip r:embed="rId3"/>
          <a:stretch>
            <a:fillRect/>
          </a:stretch>
        </p:blipFill>
        <p:spPr>
          <a:xfrm>
            <a:off x="3757000" y="2857742"/>
            <a:ext cx="26775299" cy="15161466"/>
          </a:xfrm>
          <a:prstGeom prst="rect">
            <a:avLst/>
          </a:prstGeom>
        </p:spPr>
      </p:pic>
      <p:sp>
        <p:nvSpPr>
          <p:cNvPr id="2" name="TextBox 1">
            <a:extLst>
              <a:ext uri="{FF2B5EF4-FFF2-40B4-BE49-F238E27FC236}">
                <a16:creationId xmlns:a16="http://schemas.microsoft.com/office/drawing/2014/main" id="{CDB1DFF3-703E-CD6F-B06F-EF3F6354B823}"/>
              </a:ext>
            </a:extLst>
          </p:cNvPr>
          <p:cNvSpPr txBox="1"/>
          <p:nvPr/>
        </p:nvSpPr>
        <p:spPr>
          <a:xfrm>
            <a:off x="23368000" y="952500"/>
            <a:ext cx="6477000" cy="323165"/>
          </a:xfrm>
          <a:prstGeom prst="rect">
            <a:avLst/>
          </a:prstGeom>
          <a:noFill/>
        </p:spPr>
        <p:txBody>
          <a:bodyPr vert="horz" rtlCol="0">
            <a:spAutoFit/>
          </a:bodyPr>
          <a:lstStyle/>
          <a:p>
            <a:r>
              <a:rPr lang="en-US" sz="1500">
                <a:solidFill>
                  <a:srgbClr val="808080"/>
                </a:solidFill>
                <a:latin typeface="Open Sans" panose="020B0606030504020204" pitchFamily="34" charset="0"/>
              </a:rPr>
              <a:t>Snapshot at end of Sprint 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body" idx="4294967295"/>
          </p:nvPr>
        </p:nvSpPr>
        <p:spPr>
          <a:xfrm>
            <a:off x="242475" y="1138500"/>
            <a:ext cx="19380000" cy="192255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endParaRPr sz="4400" dirty="0">
              <a:latin typeface="Open Sans"/>
              <a:ea typeface="Open Sans"/>
              <a:cs typeface="Open Sans"/>
              <a:sym typeface="Open Sans"/>
            </a:endParaRPr>
          </a:p>
          <a:p>
            <a:pPr marL="0" lvl="0" indent="0" algn="l" rtl="0">
              <a:spcBef>
                <a:spcPts val="6100"/>
              </a:spcBef>
              <a:spcAft>
                <a:spcPts val="0"/>
              </a:spcAft>
              <a:buNone/>
            </a:pPr>
            <a:r>
              <a:rPr lang="en" sz="4400" b="1" dirty="0">
                <a:latin typeface="Open Sans"/>
                <a:ea typeface="Open Sans"/>
                <a:cs typeface="Open Sans"/>
                <a:sym typeface="Open Sans"/>
              </a:rPr>
              <a:t>What would the BURN DOWN chart look like for Sprints 1-4?</a:t>
            </a:r>
            <a:r>
              <a:rPr lang="en" sz="4400" dirty="0">
                <a:latin typeface="Open Sans"/>
                <a:ea typeface="Open Sans"/>
                <a:cs typeface="Open Sans"/>
                <a:sym typeface="Open Sans"/>
              </a:rPr>
              <a:t> </a:t>
            </a:r>
            <a:endParaRPr sz="4400" dirty="0">
              <a:latin typeface="Open Sans"/>
              <a:ea typeface="Open Sans"/>
              <a:cs typeface="Open Sans"/>
              <a:sym typeface="Open Sans"/>
            </a:endParaRPr>
          </a:p>
          <a:p>
            <a:pPr marL="0" lvl="0" indent="0" algn="l" rtl="0">
              <a:spcBef>
                <a:spcPts val="6100"/>
              </a:spcBef>
              <a:spcAft>
                <a:spcPts val="0"/>
              </a:spcAft>
              <a:buNone/>
            </a:pPr>
            <a:r>
              <a:rPr lang="en-US" sz="4400" dirty="0">
                <a:latin typeface="Open Sans"/>
                <a:ea typeface="Open Sans"/>
                <a:cs typeface="Open Sans"/>
                <a:sym typeface="Open Sans"/>
              </a:rPr>
              <a:t>See Chart</a:t>
            </a:r>
            <a:endParaRPr sz="4400" dirty="0">
              <a:latin typeface="Open Sans"/>
              <a:ea typeface="Open Sans"/>
              <a:cs typeface="Open Sans"/>
              <a:sym typeface="Open Sans"/>
            </a:endParaRPr>
          </a:p>
          <a:p>
            <a:pPr marL="0" lvl="0" indent="0" algn="l" rtl="0">
              <a:spcBef>
                <a:spcPts val="6100"/>
              </a:spcBef>
              <a:spcAft>
                <a:spcPts val="0"/>
              </a:spcAft>
              <a:buNone/>
            </a:pPr>
            <a:r>
              <a:rPr lang="en" sz="4400" b="1" dirty="0">
                <a:latin typeface="Open Sans"/>
                <a:ea typeface="Open Sans"/>
                <a:cs typeface="Open Sans"/>
                <a:sym typeface="Open Sans"/>
              </a:rPr>
              <a:t>What would the BURN UP charts look like for Sprints 1-4?</a:t>
            </a:r>
            <a:endParaRPr sz="4400" b="1" dirty="0">
              <a:latin typeface="Open Sans"/>
              <a:ea typeface="Open Sans"/>
              <a:cs typeface="Open Sans"/>
              <a:sym typeface="Open Sans"/>
            </a:endParaRPr>
          </a:p>
          <a:p>
            <a:pPr marL="0" lvl="0" indent="0" algn="l" rtl="0">
              <a:spcBef>
                <a:spcPts val="6100"/>
              </a:spcBef>
              <a:spcAft>
                <a:spcPts val="0"/>
              </a:spcAft>
              <a:buClr>
                <a:schemeClr val="dk1"/>
              </a:buClr>
              <a:buSzPts val="1100"/>
              <a:buFont typeface="Arial"/>
              <a:buNone/>
            </a:pPr>
            <a:r>
              <a:rPr lang="en-US" sz="4400" dirty="0">
                <a:latin typeface="Open Sans"/>
                <a:ea typeface="Open Sans"/>
                <a:cs typeface="Open Sans"/>
                <a:sym typeface="Open Sans"/>
              </a:rPr>
              <a:t>See Chart</a:t>
            </a:r>
            <a:endParaRPr sz="4400" dirty="0">
              <a:latin typeface="Open Sans"/>
              <a:ea typeface="Open Sans"/>
              <a:cs typeface="Open Sans"/>
              <a:sym typeface="Open Sans"/>
            </a:endParaRPr>
          </a:p>
          <a:p>
            <a:pPr marL="0" lvl="0" indent="0" algn="l" rtl="0">
              <a:spcBef>
                <a:spcPts val="6100"/>
              </a:spcBef>
              <a:spcAft>
                <a:spcPts val="0"/>
              </a:spcAft>
              <a:buNone/>
            </a:pPr>
            <a:r>
              <a:rPr lang="en" sz="4400" b="1" dirty="0">
                <a:latin typeface="Open Sans"/>
                <a:ea typeface="Open Sans"/>
                <a:cs typeface="Open Sans"/>
                <a:sym typeface="Open Sans"/>
              </a:rPr>
              <a:t>What Risks did you identify in Sprint 4 and how do they affect the project? (Note: These would be your narrative findings)</a:t>
            </a:r>
            <a:endParaRPr sz="4400" b="1" dirty="0">
              <a:latin typeface="Open Sans"/>
              <a:ea typeface="Open Sans"/>
              <a:cs typeface="Open Sans"/>
              <a:sym typeface="Open Sans"/>
            </a:endParaRPr>
          </a:p>
          <a:p>
            <a:pPr marL="0" lvl="0" indent="0" algn="l" rtl="0">
              <a:spcBef>
                <a:spcPts val="6100"/>
              </a:spcBef>
              <a:spcAft>
                <a:spcPts val="0"/>
              </a:spcAft>
              <a:buClr>
                <a:schemeClr val="dk1"/>
              </a:buClr>
              <a:buSzPts val="1100"/>
              <a:buFont typeface="Arial"/>
              <a:buNone/>
            </a:pPr>
            <a:r>
              <a:rPr lang="en-US" sz="4400" dirty="0">
                <a:latin typeface="Open Sans"/>
                <a:ea typeface="Open Sans"/>
                <a:cs typeface="Open Sans"/>
                <a:sym typeface="Open Sans"/>
              </a:rPr>
              <a:t>Cybersecurity is the immediate risk: a vulnerability could expose customer data and delay the beta. We moved Sam's 13-point scan and 8-point secure Git access ahead of lower-value work; the 1-point approval story brings the sprint to 22 points.</a:t>
            </a:r>
            <a:endParaRPr sz="4400" dirty="0">
              <a:latin typeface="Open Sans"/>
              <a:ea typeface="Open Sans"/>
              <a:cs typeface="Open Sans"/>
              <a:sym typeface="Open Sans"/>
            </a:endParaRPr>
          </a:p>
          <a:p>
            <a:pPr marL="0" lvl="0" indent="0" algn="l" rtl="0">
              <a:spcBef>
                <a:spcPts val="6100"/>
              </a:spcBef>
              <a:spcAft>
                <a:spcPts val="0"/>
              </a:spcAft>
              <a:buClr>
                <a:schemeClr val="dk1"/>
              </a:buClr>
              <a:buSzPts val="1100"/>
              <a:buFont typeface="Arial"/>
              <a:buNone/>
            </a:pPr>
            <a:r>
              <a:rPr lang="en" sz="4400" b="1" dirty="0">
                <a:latin typeface="Open Sans"/>
                <a:ea typeface="Open Sans"/>
                <a:cs typeface="Open Sans"/>
                <a:sym typeface="Open Sans"/>
              </a:rPr>
              <a:t>What Theme or Name did you give to Sprint 4? </a:t>
            </a:r>
            <a:endParaRPr sz="4400" b="1" dirty="0">
              <a:latin typeface="Open Sans"/>
              <a:ea typeface="Open Sans"/>
              <a:cs typeface="Open Sans"/>
              <a:sym typeface="Open Sans"/>
            </a:endParaRPr>
          </a:p>
          <a:p>
            <a:pPr marL="0" lvl="0" indent="0" algn="l" rtl="0">
              <a:spcBef>
                <a:spcPts val="6100"/>
              </a:spcBef>
              <a:spcAft>
                <a:spcPts val="6100"/>
              </a:spcAft>
              <a:buClr>
                <a:schemeClr val="dk1"/>
              </a:buClr>
              <a:buSzPts val="1100"/>
              <a:buFont typeface="Arial"/>
              <a:buNone/>
            </a:pPr>
            <a:r>
              <a:rPr lang="en-US" sz="4400" dirty="0">
                <a:latin typeface="Open Sans"/>
                <a:ea typeface="Open Sans"/>
                <a:cs typeface="Open Sans"/>
                <a:sym typeface="Open Sans"/>
              </a:rPr>
              <a:t>Theme: Cyber Shield - secure the customer path before expanding lower-priority capability.</a:t>
            </a:r>
            <a:endParaRPr sz="4400" dirty="0">
              <a:latin typeface="Open Sans"/>
              <a:ea typeface="Open Sans"/>
              <a:cs typeface="Open Sans"/>
              <a:sym typeface="Open Sans"/>
            </a:endParaRPr>
          </a:p>
        </p:txBody>
      </p:sp>
      <p:sp>
        <p:nvSpPr>
          <p:cNvPr id="119" name="Google Shape;119;p18"/>
          <p:cNvSpPr txBox="1">
            <a:spLocks noGrp="1"/>
          </p:cNvSpPr>
          <p:nvPr>
            <p:ph type="subTitle" idx="4294967295"/>
          </p:nvPr>
        </p:nvSpPr>
        <p:spPr>
          <a:xfrm>
            <a:off x="242475" y="-3"/>
            <a:ext cx="30674400" cy="2152200"/>
          </a:xfrm>
          <a:prstGeom prst="rect">
            <a:avLst/>
          </a:prstGeom>
        </p:spPr>
        <p:txBody>
          <a:bodyPr spcFirstLastPara="1" wrap="square" lIns="349450" tIns="349450" rIns="349450" bIns="349450" anchor="t" anchorCtr="0">
            <a:noAutofit/>
          </a:bodyPr>
          <a:lstStyle/>
          <a:p>
            <a:pPr marL="0" lvl="0" indent="0" algn="l" rtl="0">
              <a:spcBef>
                <a:spcPts val="0"/>
              </a:spcBef>
              <a:spcAft>
                <a:spcPts val="6100"/>
              </a:spcAft>
              <a:buNone/>
            </a:pPr>
            <a:r>
              <a:rPr lang="en"/>
              <a:t>Sprint 4 Questions</a:t>
            </a:r>
            <a:endParaRPr/>
          </a:p>
        </p:txBody>
      </p:sp>
      <p:pic>
        <p:nvPicPr>
          <p:cNvPr id="3" name="Picture 2">
            <a:extLst>
              <a:ext uri="{FF2B5EF4-FFF2-40B4-BE49-F238E27FC236}">
                <a16:creationId xmlns:a16="http://schemas.microsoft.com/office/drawing/2014/main" id="{49927EF4-AC50-028D-B873-42A76B835ED1}"/>
              </a:ext>
            </a:extLst>
          </p:cNvPr>
          <p:cNvPicPr>
            <a:picLocks noChangeAspect="1"/>
          </p:cNvPicPr>
          <p:nvPr/>
        </p:nvPicPr>
        <p:blipFill>
          <a:blip r:embed="rId3"/>
          <a:stretch>
            <a:fillRect/>
          </a:stretch>
        </p:blipFill>
        <p:spPr>
          <a:xfrm>
            <a:off x="19225000" y="12563205"/>
            <a:ext cx="11307300" cy="6197239"/>
          </a:xfrm>
          <a:prstGeom prst="rect">
            <a:avLst/>
          </a:prstGeom>
        </p:spPr>
      </p:pic>
      <p:pic>
        <p:nvPicPr>
          <p:cNvPr id="5" name="Picture 4">
            <a:extLst>
              <a:ext uri="{FF2B5EF4-FFF2-40B4-BE49-F238E27FC236}">
                <a16:creationId xmlns:a16="http://schemas.microsoft.com/office/drawing/2014/main" id="{F25397FF-61D4-CEDD-C51C-00FA13A59C72}"/>
              </a:ext>
            </a:extLst>
          </p:cNvPr>
          <p:cNvPicPr>
            <a:picLocks/>
          </p:cNvPicPr>
          <p:nvPr/>
        </p:nvPicPr>
        <p:blipFill>
          <a:blip r:embed="rId4"/>
          <a:stretch>
            <a:fillRect/>
          </a:stretch>
        </p:blipFill>
        <p:spPr>
          <a:xfrm>
            <a:off x="19225000" y="2866105"/>
            <a:ext cx="11307300" cy="61972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ctrTitle" idx="4294967295"/>
          </p:nvPr>
        </p:nvSpPr>
        <p:spPr>
          <a:xfrm>
            <a:off x="714750" y="914400"/>
            <a:ext cx="4270200" cy="201168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ctr" anchorCtr="0">
            <a:noAutofit/>
          </a:bodyPr>
          <a:lstStyle/>
          <a:p>
            <a:pPr marL="0" lvl="0" indent="0" algn="l" rtl="0">
              <a:spcBef>
                <a:spcPts val="0"/>
              </a:spcBef>
              <a:spcAft>
                <a:spcPts val="0"/>
              </a:spcAft>
              <a:buNone/>
            </a:pPr>
            <a:r>
              <a:rPr lang="en-US" sz="7200" dirty="0"/>
              <a:t>The </a:t>
            </a:r>
            <a:br>
              <a:rPr lang="en-US" sz="7200" dirty="0"/>
            </a:br>
            <a:r>
              <a:rPr lang="en-US" sz="7200" dirty="0"/>
              <a:t>A-Team</a:t>
            </a:r>
            <a:endParaRPr sz="7200" dirty="0"/>
          </a:p>
        </p:txBody>
      </p:sp>
      <p:sp>
        <p:nvSpPr>
          <p:cNvPr id="125" name="Google Shape;125;p19"/>
          <p:cNvSpPr txBox="1">
            <a:spLocks noGrp="1"/>
          </p:cNvSpPr>
          <p:nvPr>
            <p:ph type="ctrTitle" idx="4294967295"/>
          </p:nvPr>
        </p:nvSpPr>
        <p:spPr>
          <a:xfrm>
            <a:off x="5837050" y="914400"/>
            <a:ext cx="11195700" cy="35817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t" anchorCtr="0">
            <a:noAutofit/>
          </a:bodyPr>
          <a:lstStyle/>
          <a:p>
            <a:pPr marL="0" lvl="0" indent="0" algn="l" rtl="0">
              <a:spcBef>
                <a:spcPts val="0"/>
              </a:spcBef>
              <a:spcAft>
                <a:spcPts val="0"/>
              </a:spcAft>
              <a:buNone/>
            </a:pPr>
            <a:r>
              <a:rPr lang="en-US" sz="4800" u="sng" dirty="0"/>
              <a:t>Sprint 4 Name</a:t>
            </a:r>
            <a:br>
              <a:rPr lang="en-US" sz="4800" u="sng" dirty="0"/>
            </a:br>
            <a:r>
              <a:rPr lang="en-US" sz="4800" u="sng" dirty="0"/>
              <a:t>Cyber Shield</a:t>
            </a:r>
            <a:endParaRPr sz="4800" u="sng" dirty="0"/>
          </a:p>
        </p:txBody>
      </p:sp>
      <p:sp>
        <p:nvSpPr>
          <p:cNvPr id="126" name="Google Shape;126;p19"/>
          <p:cNvSpPr txBox="1">
            <a:spLocks noGrp="1"/>
          </p:cNvSpPr>
          <p:nvPr>
            <p:ph type="ctrTitle" idx="4294967295"/>
          </p:nvPr>
        </p:nvSpPr>
        <p:spPr>
          <a:xfrm>
            <a:off x="5868275" y="5410500"/>
            <a:ext cx="11195700" cy="81519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t" anchorCtr="0">
            <a:noAutofit/>
          </a:bodyPr>
          <a:lstStyle/>
          <a:p>
            <a:pPr marL="0" lvl="0" indent="0" algn="l" rtl="0">
              <a:spcBef>
                <a:spcPts val="0"/>
              </a:spcBef>
              <a:spcAft>
                <a:spcPts val="0"/>
              </a:spcAft>
              <a:buClr>
                <a:schemeClr val="dk1"/>
              </a:buClr>
              <a:buSzPts val="1100"/>
              <a:buFont typeface="Arial"/>
              <a:buNone/>
            </a:pPr>
            <a:r>
              <a:rPr lang="en-US" sz="4800" u="sng" dirty="0"/>
              <a:t>User Stories in Sprint 4</a:t>
            </a:r>
            <a:br>
              <a:rPr lang="en-US" sz="4800" u="sng" dirty="0"/>
            </a:br>
            <a:r>
              <a:rPr lang="en-US" sz="4800" u="sng" dirty="0"/>
              <a:t>1. Story 15 - vulnerability scan (13)</a:t>
            </a:r>
            <a:br>
              <a:rPr lang="en-US" sz="4800" u="sng" dirty="0"/>
            </a:br>
            <a:r>
              <a:rPr lang="en-US" sz="4800" u="sng" dirty="0"/>
              <a:t>2. Story 21 - secure Git access (8)</a:t>
            </a:r>
            <a:br>
              <a:rPr lang="en-US" sz="4800" u="sng" dirty="0"/>
            </a:br>
            <a:r>
              <a:rPr lang="en-US" sz="4800" u="sng" dirty="0"/>
              <a:t>3. Story 19 - software approval (1)</a:t>
            </a:r>
            <a:br>
              <a:rPr lang="en-US" sz="4800" u="sng" dirty="0"/>
            </a:br>
            <a:r>
              <a:rPr lang="en-US" sz="4800" u="sng" dirty="0"/>
              <a:t>Total Sprint 4 Points: 22</a:t>
            </a:r>
            <a:endParaRPr sz="4800" u="sng" dirty="0"/>
          </a:p>
        </p:txBody>
      </p:sp>
      <p:sp>
        <p:nvSpPr>
          <p:cNvPr id="127" name="Google Shape;127;p19"/>
          <p:cNvSpPr txBox="1">
            <a:spLocks noGrp="1"/>
          </p:cNvSpPr>
          <p:nvPr>
            <p:ph type="ctrTitle" idx="4294967295"/>
          </p:nvPr>
        </p:nvSpPr>
        <p:spPr>
          <a:xfrm>
            <a:off x="6192525" y="16217150"/>
            <a:ext cx="25811400" cy="48138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ctr" anchorCtr="0">
            <a:noAutofit/>
          </a:bodyPr>
          <a:lstStyle/>
          <a:p>
            <a:pPr marL="0" lvl="0" indent="0" algn="l" rtl="0">
              <a:spcBef>
                <a:spcPts val="0"/>
              </a:spcBef>
              <a:spcAft>
                <a:spcPts val="0"/>
              </a:spcAft>
              <a:buNone/>
            </a:pPr>
            <a:r>
              <a:rPr lang="en-US" sz="4800" dirty="0"/>
              <a:t>Narrative: Stakeholder security concern reordered the backlog.</a:t>
            </a:r>
            <a:br>
              <a:rPr lang="en-US" sz="4800" dirty="0"/>
            </a:br>
            <a:r>
              <a:rPr lang="en-US" sz="4800" dirty="0"/>
              <a:t>Results: 22/22 points delivered; security scan capability is in the MVP path.</a:t>
            </a:r>
            <a:br>
              <a:rPr lang="en-US" sz="4800" dirty="0"/>
            </a:br>
            <a:r>
              <a:rPr lang="en-US" sz="4800" dirty="0"/>
              <a:t>Learnings: Transparent metrics made the trade-off visible.</a:t>
            </a:r>
            <a:br>
              <a:rPr lang="en-US" sz="4800" dirty="0"/>
            </a:br>
            <a:r>
              <a:rPr lang="en-US" sz="4800" dirty="0"/>
              <a:t>Risks: Scan findings may require remediation before canary release.</a:t>
            </a:r>
            <a:endParaRPr sz="4800" dirty="0"/>
          </a:p>
        </p:txBody>
      </p:sp>
      <p:sp>
        <p:nvSpPr>
          <p:cNvPr id="130" name="Google Shape;130;p19"/>
          <p:cNvSpPr txBox="1"/>
          <p:nvPr/>
        </p:nvSpPr>
        <p:spPr>
          <a:xfrm>
            <a:off x="6192525" y="105850"/>
            <a:ext cx="19385700" cy="70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100"/>
              <a:t>SPRINT 4 DEMO of Working Product</a:t>
            </a:r>
            <a:endParaRPr sz="3100"/>
          </a:p>
        </p:txBody>
      </p:sp>
      <p:pic>
        <p:nvPicPr>
          <p:cNvPr id="3" name="Picture 2">
            <a:extLst>
              <a:ext uri="{FF2B5EF4-FFF2-40B4-BE49-F238E27FC236}">
                <a16:creationId xmlns:a16="http://schemas.microsoft.com/office/drawing/2014/main" id="{44608B44-C9CD-F2DE-E6CC-9AE63A39727A}"/>
              </a:ext>
            </a:extLst>
          </p:cNvPr>
          <p:cNvPicPr>
            <a:picLocks noChangeAspect="1"/>
          </p:cNvPicPr>
          <p:nvPr/>
        </p:nvPicPr>
        <p:blipFill>
          <a:blip r:embed="rId3"/>
          <a:stretch>
            <a:fillRect/>
          </a:stretch>
        </p:blipFill>
        <p:spPr>
          <a:xfrm>
            <a:off x="18584585" y="809350"/>
            <a:ext cx="12309830" cy="6746700"/>
          </a:xfrm>
          <a:prstGeom prst="rect">
            <a:avLst/>
          </a:prstGeom>
        </p:spPr>
      </p:pic>
      <p:pic>
        <p:nvPicPr>
          <p:cNvPr id="5" name="Picture 4">
            <a:extLst>
              <a:ext uri="{FF2B5EF4-FFF2-40B4-BE49-F238E27FC236}">
                <a16:creationId xmlns:a16="http://schemas.microsoft.com/office/drawing/2014/main" id="{0D0E3F1A-BDE5-8863-5B54-EEBD43240F57}"/>
              </a:ext>
            </a:extLst>
          </p:cNvPr>
          <p:cNvPicPr>
            <a:picLocks/>
          </p:cNvPicPr>
          <p:nvPr/>
        </p:nvPicPr>
        <p:blipFill>
          <a:blip r:embed="rId4"/>
          <a:stretch>
            <a:fillRect/>
          </a:stretch>
        </p:blipFill>
        <p:spPr>
          <a:xfrm>
            <a:off x="18584583" y="8459850"/>
            <a:ext cx="12309830" cy="6746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0"/>
          <p:cNvSpPr txBox="1">
            <a:spLocks noGrp="1"/>
          </p:cNvSpPr>
          <p:nvPr>
            <p:ph type="title"/>
          </p:nvPr>
        </p:nvSpPr>
        <p:spPr>
          <a:xfrm>
            <a:off x="2626020" y="5626240"/>
            <a:ext cx="27679200" cy="22836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a:t>Agile Communication</a:t>
            </a:r>
            <a:endParaRPr/>
          </a:p>
          <a:p>
            <a:pPr marL="0" lvl="0" indent="0" algn="l" rtl="0">
              <a:spcBef>
                <a:spcPts val="0"/>
              </a:spcBef>
              <a:spcAft>
                <a:spcPts val="0"/>
              </a:spcAft>
              <a:buNone/>
            </a:pPr>
            <a:r>
              <a:rPr lang="en"/>
              <a:t>Project </a:t>
            </a:r>
            <a:endParaRPr/>
          </a:p>
        </p:txBody>
      </p:sp>
      <p:sp>
        <p:nvSpPr>
          <p:cNvPr id="136" name="Google Shape;136;p20"/>
          <p:cNvSpPr txBox="1">
            <a:spLocks noGrp="1"/>
          </p:cNvSpPr>
          <p:nvPr>
            <p:ph type="body" idx="1"/>
          </p:nvPr>
        </p:nvSpPr>
        <p:spPr>
          <a:xfrm>
            <a:off x="2626020" y="8869867"/>
            <a:ext cx="27679200" cy="9647400"/>
          </a:xfrm>
          <a:prstGeom prst="rect">
            <a:avLst/>
          </a:prstGeom>
        </p:spPr>
        <p:txBody>
          <a:bodyPr spcFirstLastPara="1" wrap="square" lIns="349450" tIns="349450" rIns="349450" bIns="349450" anchor="t" anchorCtr="0">
            <a:noAutofit/>
          </a:bodyPr>
          <a:lstStyle/>
          <a:p>
            <a:pPr marL="0" lvl="0" indent="0" algn="l" rtl="0">
              <a:spcBef>
                <a:spcPts val="0"/>
              </a:spcBef>
              <a:spcAft>
                <a:spcPts val="6100"/>
              </a:spcAft>
              <a:buNone/>
            </a:pPr>
            <a:r>
              <a:rPr lang="en" dirty="0"/>
              <a:t>The A-Team | Sprint 5</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3" name="Picture 2">
            <a:extLst>
              <a:ext uri="{FF2B5EF4-FFF2-40B4-BE49-F238E27FC236}">
                <a16:creationId xmlns:a16="http://schemas.microsoft.com/office/drawing/2014/main" id="{ED840F22-9002-BA08-F394-080972EBAB9A}"/>
              </a:ext>
            </a:extLst>
          </p:cNvPr>
          <p:cNvPicPr>
            <a:picLocks noChangeAspect="1"/>
          </p:cNvPicPr>
          <p:nvPr/>
        </p:nvPicPr>
        <p:blipFill>
          <a:blip r:embed="rId3"/>
          <a:stretch>
            <a:fillRect/>
          </a:stretch>
        </p:blipFill>
        <p:spPr>
          <a:xfrm>
            <a:off x="3757000" y="2652353"/>
            <a:ext cx="26775299" cy="15572245"/>
          </a:xfrm>
          <a:prstGeom prst="rect">
            <a:avLst/>
          </a:prstGeom>
        </p:spPr>
      </p:pic>
      <p:sp>
        <p:nvSpPr>
          <p:cNvPr id="2" name="TextBox 1">
            <a:extLst>
              <a:ext uri="{FF2B5EF4-FFF2-40B4-BE49-F238E27FC236}">
                <a16:creationId xmlns:a16="http://schemas.microsoft.com/office/drawing/2014/main" id="{4B34C078-C056-3ECA-4C03-0BADB78517CB}"/>
              </a:ext>
            </a:extLst>
          </p:cNvPr>
          <p:cNvSpPr txBox="1"/>
          <p:nvPr/>
        </p:nvSpPr>
        <p:spPr>
          <a:xfrm>
            <a:off x="23368000" y="952500"/>
            <a:ext cx="6477000" cy="323165"/>
          </a:xfrm>
          <a:prstGeom prst="rect">
            <a:avLst/>
          </a:prstGeom>
          <a:noFill/>
        </p:spPr>
        <p:txBody>
          <a:bodyPr vert="horz" rtlCol="0">
            <a:spAutoFit/>
          </a:bodyPr>
          <a:lstStyle/>
          <a:p>
            <a:r>
              <a:rPr lang="en-US" sz="1500">
                <a:solidFill>
                  <a:srgbClr val="808080"/>
                </a:solidFill>
                <a:latin typeface="Open Sans" panose="020B0606030504020204" pitchFamily="34" charset="0"/>
              </a:rPr>
              <a:t>Snapshot at end of Sprint 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subTitle" idx="4294967295"/>
          </p:nvPr>
        </p:nvSpPr>
        <p:spPr>
          <a:xfrm>
            <a:off x="1122000" y="1734125"/>
            <a:ext cx="16015200" cy="178704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sz="4000" b="1" dirty="0">
                <a:latin typeface="Open Sans"/>
                <a:ea typeface="Open Sans"/>
                <a:cs typeface="Open Sans"/>
                <a:sym typeface="Open Sans"/>
              </a:rPr>
              <a:t>What would the BURN DOWN chart look like for Sprints 1-5?</a:t>
            </a:r>
            <a:r>
              <a:rPr lang="en" sz="4000" dirty="0">
                <a:latin typeface="Open Sans"/>
                <a:ea typeface="Open Sans"/>
                <a:cs typeface="Open Sans"/>
                <a:sym typeface="Open Sans"/>
              </a:rPr>
              <a:t> </a:t>
            </a:r>
            <a:endParaRPr sz="4000" dirty="0">
              <a:latin typeface="Open Sans"/>
              <a:ea typeface="Open Sans"/>
              <a:cs typeface="Open Sans"/>
              <a:sym typeface="Open Sans"/>
            </a:endParaRPr>
          </a:p>
          <a:p>
            <a:pPr marL="0" lvl="0" indent="0" algn="l" rtl="0">
              <a:spcBef>
                <a:spcPts val="6100"/>
              </a:spcBef>
              <a:spcAft>
                <a:spcPts val="0"/>
              </a:spcAft>
              <a:buNone/>
            </a:pPr>
            <a:r>
              <a:rPr lang="en-US" sz="4000" dirty="0">
                <a:latin typeface="Open Sans"/>
                <a:ea typeface="Open Sans"/>
                <a:cs typeface="Open Sans"/>
                <a:sym typeface="Open Sans"/>
              </a:rPr>
              <a:t>See Chart</a:t>
            </a:r>
            <a:endParaRPr sz="4000" dirty="0">
              <a:latin typeface="Open Sans"/>
              <a:ea typeface="Open Sans"/>
              <a:cs typeface="Open Sans"/>
              <a:sym typeface="Open Sans"/>
            </a:endParaRPr>
          </a:p>
          <a:p>
            <a:pPr marL="0" lvl="0" indent="0" algn="l" rtl="0">
              <a:spcBef>
                <a:spcPts val="6100"/>
              </a:spcBef>
              <a:spcAft>
                <a:spcPts val="0"/>
              </a:spcAft>
              <a:buNone/>
            </a:pPr>
            <a:r>
              <a:rPr lang="en" sz="4000" b="1" dirty="0">
                <a:latin typeface="Open Sans"/>
                <a:ea typeface="Open Sans"/>
                <a:cs typeface="Open Sans"/>
                <a:sym typeface="Open Sans"/>
              </a:rPr>
              <a:t>What would the BURN UP charts look like for Sprints 1-5?</a:t>
            </a:r>
            <a:endParaRPr sz="4000" b="1" dirty="0">
              <a:latin typeface="Open Sans"/>
              <a:ea typeface="Open Sans"/>
              <a:cs typeface="Open Sans"/>
              <a:sym typeface="Open Sans"/>
            </a:endParaRPr>
          </a:p>
          <a:p>
            <a:pPr marL="0" lvl="0" indent="0" algn="l" rtl="0">
              <a:spcBef>
                <a:spcPts val="6100"/>
              </a:spcBef>
              <a:spcAft>
                <a:spcPts val="0"/>
              </a:spcAft>
              <a:buClr>
                <a:schemeClr val="dk1"/>
              </a:buClr>
              <a:buSzPts val="1100"/>
              <a:buFont typeface="Arial"/>
              <a:buNone/>
            </a:pPr>
            <a:r>
              <a:rPr lang="en-US" sz="4000" dirty="0">
                <a:latin typeface="Open Sans"/>
                <a:ea typeface="Open Sans"/>
                <a:cs typeface="Open Sans"/>
                <a:sym typeface="Open Sans"/>
              </a:rPr>
              <a:t>See Chart</a:t>
            </a:r>
            <a:endParaRPr sz="4000" b="1" dirty="0">
              <a:latin typeface="Open Sans"/>
              <a:ea typeface="Open Sans"/>
              <a:cs typeface="Open Sans"/>
              <a:sym typeface="Open Sans"/>
            </a:endParaRPr>
          </a:p>
          <a:p>
            <a:pPr marL="0" lvl="0" indent="0" algn="l" rtl="0">
              <a:spcBef>
                <a:spcPts val="6100"/>
              </a:spcBef>
              <a:spcAft>
                <a:spcPts val="0"/>
              </a:spcAft>
              <a:buNone/>
            </a:pPr>
            <a:r>
              <a:rPr lang="en" sz="4000" b="1" dirty="0">
                <a:latin typeface="Open Sans"/>
                <a:ea typeface="Open Sans"/>
                <a:cs typeface="Open Sans"/>
                <a:sym typeface="Open Sans"/>
              </a:rPr>
              <a:t>What Risks did you identify in Sprint 5 and how do they affect the project? (Note: These would be your narrative findings)</a:t>
            </a:r>
            <a:endParaRPr sz="4000" b="1" dirty="0">
              <a:latin typeface="Open Sans"/>
              <a:ea typeface="Open Sans"/>
              <a:cs typeface="Open Sans"/>
              <a:sym typeface="Open Sans"/>
            </a:endParaRPr>
          </a:p>
          <a:p>
            <a:pPr marL="0" lvl="0" indent="0" algn="l" rtl="0">
              <a:spcBef>
                <a:spcPts val="6100"/>
              </a:spcBef>
              <a:spcAft>
                <a:spcPts val="0"/>
              </a:spcAft>
              <a:buClr>
                <a:schemeClr val="dk1"/>
              </a:buClr>
              <a:buSzPts val="1100"/>
              <a:buFont typeface="Arial"/>
              <a:buNone/>
            </a:pPr>
            <a:r>
              <a:rPr lang="en-US" sz="4000" dirty="0">
                <a:latin typeface="Open Sans"/>
                <a:ea typeface="Open Sans"/>
                <a:cs typeface="Open Sans"/>
                <a:sym typeface="Open Sans"/>
              </a:rPr>
              <a:t>The performance story, 99.99% availability, and review moderation total 23 points</a:t>
            </a:r>
            <a:r>
              <a:rPr lang="en-US" sz="4000">
                <a:latin typeface="Open Sans"/>
                <a:ea typeface="Open Sans"/>
                <a:cs typeface="Open Sans"/>
                <a:sym typeface="Open Sans"/>
              </a:rPr>
              <a:t>. The burn-up rises from 87 to 110 points; burn-down falls from 39 to 21 after the 5-point responsiveness request is added in Sprint 5.</a:t>
            </a:r>
            <a:endParaRPr sz="4000" dirty="0">
              <a:latin typeface="Open Sans"/>
              <a:ea typeface="Open Sans"/>
              <a:cs typeface="Open Sans"/>
              <a:sym typeface="Open Sans"/>
            </a:endParaRPr>
          </a:p>
          <a:p>
            <a:pPr marL="0" lvl="0" indent="0" algn="l" rtl="0">
              <a:spcBef>
                <a:spcPts val="6100"/>
              </a:spcBef>
              <a:spcAft>
                <a:spcPts val="0"/>
              </a:spcAft>
              <a:buClr>
                <a:schemeClr val="dk1"/>
              </a:buClr>
              <a:buSzPts val="1100"/>
              <a:buFont typeface="Arial"/>
              <a:buNone/>
            </a:pPr>
            <a:r>
              <a:rPr lang="en" sz="4000" b="1" dirty="0">
                <a:latin typeface="Open Sans"/>
                <a:ea typeface="Open Sans"/>
                <a:cs typeface="Open Sans"/>
                <a:sym typeface="Open Sans"/>
              </a:rPr>
              <a:t>How confident are you in delivering all of the user stories by the end of Sprint 6? Justify your answer. </a:t>
            </a:r>
            <a:endParaRPr sz="4000" b="1" dirty="0">
              <a:latin typeface="Open Sans"/>
              <a:ea typeface="Open Sans"/>
              <a:cs typeface="Open Sans"/>
              <a:sym typeface="Open Sans"/>
            </a:endParaRPr>
          </a:p>
          <a:p>
            <a:pPr marL="0" lvl="0" indent="0" algn="l" rtl="0">
              <a:spcBef>
                <a:spcPts val="6100"/>
              </a:spcBef>
              <a:spcAft>
                <a:spcPts val="6100"/>
              </a:spcAft>
              <a:buClr>
                <a:schemeClr val="dk1"/>
              </a:buClr>
              <a:buSzPts val="1100"/>
              <a:buFont typeface="Arial"/>
              <a:buNone/>
            </a:pPr>
            <a:r>
              <a:rPr lang="en-US" sz="4000" dirty="0">
                <a:latin typeface="Open Sans"/>
                <a:ea typeface="Open Sans"/>
                <a:cs typeface="Open Sans"/>
                <a:sym typeface="Open Sans"/>
              </a:rPr>
              <a:t>Risk: customer abandonment remains possible until responsiveness is demonstrated under load; availability work may reveal integration constraints. Mitigation: test response time and availability before the Sprint 6 planning event.</a:t>
            </a:r>
            <a:endParaRPr sz="4000" dirty="0">
              <a:latin typeface="Open Sans"/>
              <a:ea typeface="Open Sans"/>
              <a:cs typeface="Open Sans"/>
              <a:sym typeface="Open Sans"/>
            </a:endParaRPr>
          </a:p>
        </p:txBody>
      </p:sp>
      <p:sp>
        <p:nvSpPr>
          <p:cNvPr id="149" name="Google Shape;149;p22"/>
          <p:cNvSpPr txBox="1">
            <a:spLocks noGrp="1"/>
          </p:cNvSpPr>
          <p:nvPr>
            <p:ph type="subTitle" idx="4294967295"/>
          </p:nvPr>
        </p:nvSpPr>
        <p:spPr>
          <a:xfrm>
            <a:off x="321900" y="-3"/>
            <a:ext cx="30674400" cy="2152200"/>
          </a:xfrm>
          <a:prstGeom prst="rect">
            <a:avLst/>
          </a:prstGeom>
        </p:spPr>
        <p:txBody>
          <a:bodyPr spcFirstLastPara="1" wrap="square" lIns="349450" tIns="349450" rIns="349450" bIns="349450" anchor="t" anchorCtr="0">
            <a:noAutofit/>
          </a:bodyPr>
          <a:lstStyle/>
          <a:p>
            <a:pPr marL="0" lvl="0" indent="0" algn="l" rtl="0">
              <a:spcBef>
                <a:spcPts val="0"/>
              </a:spcBef>
              <a:spcAft>
                <a:spcPts val="6100"/>
              </a:spcAft>
              <a:buNone/>
            </a:pPr>
            <a:r>
              <a:rPr lang="en"/>
              <a:t>Sprint 5 Questions</a:t>
            </a:r>
            <a:endParaRPr/>
          </a:p>
        </p:txBody>
      </p:sp>
      <p:pic>
        <p:nvPicPr>
          <p:cNvPr id="3" name="Picture 2">
            <a:extLst>
              <a:ext uri="{FF2B5EF4-FFF2-40B4-BE49-F238E27FC236}">
                <a16:creationId xmlns:a16="http://schemas.microsoft.com/office/drawing/2014/main" id="{33107B2D-240E-B8D1-4730-58C3A400D2D3}"/>
              </a:ext>
            </a:extLst>
          </p:cNvPr>
          <p:cNvPicPr>
            <a:picLocks noChangeAspect="1"/>
          </p:cNvPicPr>
          <p:nvPr/>
        </p:nvPicPr>
        <p:blipFill>
          <a:blip r:embed="rId3"/>
          <a:stretch>
            <a:fillRect/>
          </a:stretch>
        </p:blipFill>
        <p:spPr>
          <a:xfrm>
            <a:off x="19225000" y="12563205"/>
            <a:ext cx="11307300" cy="6197239"/>
          </a:xfrm>
          <a:prstGeom prst="rect">
            <a:avLst/>
          </a:prstGeom>
        </p:spPr>
      </p:pic>
      <p:pic>
        <p:nvPicPr>
          <p:cNvPr id="5" name="Picture 4">
            <a:extLst>
              <a:ext uri="{FF2B5EF4-FFF2-40B4-BE49-F238E27FC236}">
                <a16:creationId xmlns:a16="http://schemas.microsoft.com/office/drawing/2014/main" id="{2BE76EF6-E2E7-E05F-F03C-16A6AA312D17}"/>
              </a:ext>
            </a:extLst>
          </p:cNvPr>
          <p:cNvPicPr>
            <a:picLocks/>
          </p:cNvPicPr>
          <p:nvPr/>
        </p:nvPicPr>
        <p:blipFill>
          <a:blip r:embed="rId4"/>
          <a:stretch>
            <a:fillRect/>
          </a:stretch>
        </p:blipFill>
        <p:spPr>
          <a:xfrm>
            <a:off x="19225000" y="2866105"/>
            <a:ext cx="11307300" cy="61972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3"/>
          <p:cNvSpPr txBox="1">
            <a:spLocks noGrp="1"/>
          </p:cNvSpPr>
          <p:nvPr>
            <p:ph type="ctrTitle" idx="4294967295"/>
          </p:nvPr>
        </p:nvSpPr>
        <p:spPr>
          <a:xfrm>
            <a:off x="714750" y="914400"/>
            <a:ext cx="4270200" cy="201168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ctr" anchorCtr="0">
            <a:noAutofit/>
          </a:bodyPr>
          <a:lstStyle/>
          <a:p>
            <a:pPr marL="0" lvl="0" indent="0" algn="l" rtl="0">
              <a:spcBef>
                <a:spcPts val="0"/>
              </a:spcBef>
              <a:spcAft>
                <a:spcPts val="0"/>
              </a:spcAft>
              <a:buNone/>
            </a:pPr>
            <a:r>
              <a:rPr lang="en-US" sz="6600" dirty="0"/>
              <a:t>The </a:t>
            </a:r>
            <a:br>
              <a:rPr lang="en-US" sz="6600" dirty="0"/>
            </a:br>
            <a:r>
              <a:rPr lang="en-US" sz="6600" dirty="0"/>
              <a:t>A-Team</a:t>
            </a:r>
            <a:endParaRPr sz="6600" dirty="0"/>
          </a:p>
        </p:txBody>
      </p:sp>
      <p:sp>
        <p:nvSpPr>
          <p:cNvPr id="155" name="Google Shape;155;p23"/>
          <p:cNvSpPr txBox="1">
            <a:spLocks noGrp="1"/>
          </p:cNvSpPr>
          <p:nvPr>
            <p:ph type="ctrTitle" idx="4294967295"/>
          </p:nvPr>
        </p:nvSpPr>
        <p:spPr>
          <a:xfrm>
            <a:off x="5837050" y="914400"/>
            <a:ext cx="11195700" cy="35817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t" anchorCtr="0">
            <a:noAutofit/>
          </a:bodyPr>
          <a:lstStyle/>
          <a:p>
            <a:pPr marL="0" lvl="0" indent="0" algn="l" rtl="0">
              <a:spcBef>
                <a:spcPts val="0"/>
              </a:spcBef>
              <a:spcAft>
                <a:spcPts val="0"/>
              </a:spcAft>
              <a:buNone/>
            </a:pPr>
            <a:r>
              <a:rPr lang="en-US" sz="4800" u="sng" dirty="0"/>
              <a:t>Sprint 5 Name</a:t>
            </a:r>
            <a:br>
              <a:rPr lang="en-US" sz="4800" u="sng" dirty="0"/>
            </a:br>
            <a:r>
              <a:rPr lang="en-US" sz="4800" u="sng" dirty="0"/>
              <a:t>Customer Fast Lane</a:t>
            </a:r>
            <a:endParaRPr sz="4800" u="sng" dirty="0"/>
          </a:p>
        </p:txBody>
      </p:sp>
      <p:sp>
        <p:nvSpPr>
          <p:cNvPr id="156" name="Google Shape;156;p23"/>
          <p:cNvSpPr txBox="1">
            <a:spLocks noGrp="1"/>
          </p:cNvSpPr>
          <p:nvPr>
            <p:ph type="ctrTitle" idx="4294967295"/>
          </p:nvPr>
        </p:nvSpPr>
        <p:spPr>
          <a:xfrm>
            <a:off x="5868275" y="5410500"/>
            <a:ext cx="11195700" cy="81519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t" anchorCtr="0">
            <a:noAutofit/>
          </a:bodyPr>
          <a:lstStyle/>
          <a:p>
            <a:pPr marL="0" lvl="0" indent="0" algn="l" rtl="0">
              <a:spcBef>
                <a:spcPts val="0"/>
              </a:spcBef>
              <a:spcAft>
                <a:spcPts val="0"/>
              </a:spcAft>
              <a:buClr>
                <a:schemeClr val="dk1"/>
              </a:buClr>
              <a:buSzPts val="1100"/>
              <a:buFont typeface="Arial"/>
              <a:buNone/>
            </a:pPr>
            <a:r>
              <a:rPr lang="en-US" sz="4800" u="sng" dirty="0"/>
              <a:t>User Stories in Sprint 5</a:t>
            </a:r>
            <a:br>
              <a:rPr lang="en-US" sz="4800" u="sng" dirty="0"/>
            </a:br>
            <a:r>
              <a:rPr lang="en-US" sz="4800" u="sng" dirty="0"/>
              <a:t>1. Story 22 - responsiveness (5)</a:t>
            </a:r>
            <a:br>
              <a:rPr lang="en-US" sz="4800" u="sng" dirty="0"/>
            </a:br>
            <a:r>
              <a:rPr lang="en-US" sz="4800" u="sng" dirty="0"/>
              <a:t>2. Story 18 - 99.99% availability (13)</a:t>
            </a:r>
            <a:br>
              <a:rPr lang="en-US" sz="4800" u="sng" dirty="0"/>
            </a:br>
            <a:r>
              <a:rPr lang="en-US" sz="4800" u="sng" dirty="0"/>
              <a:t>3. Story 14 - review moderation (5)</a:t>
            </a:r>
            <a:br>
              <a:rPr lang="en-US" sz="4800" u="sng" dirty="0"/>
            </a:br>
            <a:r>
              <a:rPr lang="en-US" sz="4800" u="sng" dirty="0"/>
              <a:t>Total Sprint 5 Points: 23</a:t>
            </a:r>
            <a:endParaRPr sz="4800" u="sng" dirty="0"/>
          </a:p>
        </p:txBody>
      </p:sp>
      <p:sp>
        <p:nvSpPr>
          <p:cNvPr id="157" name="Google Shape;157;p23"/>
          <p:cNvSpPr txBox="1">
            <a:spLocks noGrp="1"/>
          </p:cNvSpPr>
          <p:nvPr>
            <p:ph type="ctrTitle" idx="4294967295"/>
          </p:nvPr>
        </p:nvSpPr>
        <p:spPr>
          <a:xfrm>
            <a:off x="6192525" y="16217150"/>
            <a:ext cx="25811400" cy="48138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ctr" anchorCtr="0">
            <a:noAutofit/>
          </a:bodyPr>
          <a:lstStyle/>
          <a:p>
            <a:pPr marL="0" lvl="0" indent="0" algn="l" rtl="0">
              <a:spcBef>
                <a:spcPts val="0"/>
              </a:spcBef>
              <a:spcAft>
                <a:spcPts val="0"/>
              </a:spcAft>
              <a:buNone/>
            </a:pPr>
            <a:r>
              <a:rPr lang="en-US" sz="4800" dirty="0"/>
              <a:t>Narrative: Edith's feedback became the highest remaining priority.</a:t>
            </a:r>
            <a:br>
              <a:rPr lang="en-US" sz="4800" dirty="0"/>
            </a:br>
            <a:r>
              <a:rPr lang="en-US" sz="4800" dirty="0"/>
              <a:t>Results: 23/23 points delivered; customer experience and reliability improved.</a:t>
            </a:r>
            <a:br>
              <a:rPr lang="en-US" sz="4800" dirty="0"/>
            </a:br>
            <a:r>
              <a:rPr lang="en-US" sz="4800" dirty="0"/>
              <a:t>Learnings: Sprint review is a feedback loop, not a sign-off.</a:t>
            </a:r>
            <a:br>
              <a:rPr lang="en-US" sz="4800" dirty="0"/>
            </a:br>
            <a:r>
              <a:rPr lang="en-US" sz="4800" dirty="0"/>
              <a:t>Risks: Validate performance under realistic load before canary.</a:t>
            </a:r>
            <a:endParaRPr sz="4800" dirty="0"/>
          </a:p>
        </p:txBody>
      </p:sp>
      <p:sp>
        <p:nvSpPr>
          <p:cNvPr id="160" name="Google Shape;160;p23"/>
          <p:cNvSpPr txBox="1"/>
          <p:nvPr/>
        </p:nvSpPr>
        <p:spPr>
          <a:xfrm>
            <a:off x="6192525" y="105850"/>
            <a:ext cx="19385700" cy="70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100"/>
              <a:t>SPRINT 5 DEMO of Working Product</a:t>
            </a:r>
            <a:endParaRPr sz="3100"/>
          </a:p>
        </p:txBody>
      </p:sp>
      <p:pic>
        <p:nvPicPr>
          <p:cNvPr id="3" name="Picture 2">
            <a:extLst>
              <a:ext uri="{FF2B5EF4-FFF2-40B4-BE49-F238E27FC236}">
                <a16:creationId xmlns:a16="http://schemas.microsoft.com/office/drawing/2014/main" id="{751A81AA-77E6-52B8-544A-963F25653A71}"/>
              </a:ext>
            </a:extLst>
          </p:cNvPr>
          <p:cNvPicPr>
            <a:picLocks noChangeAspect="1"/>
          </p:cNvPicPr>
          <p:nvPr/>
        </p:nvPicPr>
        <p:blipFill>
          <a:blip r:embed="rId3"/>
          <a:stretch>
            <a:fillRect/>
          </a:stretch>
        </p:blipFill>
        <p:spPr>
          <a:xfrm>
            <a:off x="18584585" y="809350"/>
            <a:ext cx="12309830" cy="6746700"/>
          </a:xfrm>
          <a:prstGeom prst="rect">
            <a:avLst/>
          </a:prstGeom>
        </p:spPr>
      </p:pic>
      <p:pic>
        <p:nvPicPr>
          <p:cNvPr id="5" name="Picture 4">
            <a:extLst>
              <a:ext uri="{FF2B5EF4-FFF2-40B4-BE49-F238E27FC236}">
                <a16:creationId xmlns:a16="http://schemas.microsoft.com/office/drawing/2014/main" id="{65DFE567-476E-6E32-E598-DFFE5D0D4089}"/>
              </a:ext>
            </a:extLst>
          </p:cNvPr>
          <p:cNvPicPr>
            <a:picLocks/>
          </p:cNvPicPr>
          <p:nvPr/>
        </p:nvPicPr>
        <p:blipFill>
          <a:blip r:embed="rId4"/>
          <a:stretch>
            <a:fillRect/>
          </a:stretch>
        </p:blipFill>
        <p:spPr>
          <a:xfrm>
            <a:off x="18584583" y="8459850"/>
            <a:ext cx="12309830" cy="6746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2626020" y="5626240"/>
            <a:ext cx="27679200" cy="22836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a:t>Agile Communication</a:t>
            </a:r>
            <a:endParaRPr/>
          </a:p>
          <a:p>
            <a:pPr marL="0" lvl="0" indent="0" algn="l" rtl="0">
              <a:spcBef>
                <a:spcPts val="0"/>
              </a:spcBef>
              <a:spcAft>
                <a:spcPts val="0"/>
              </a:spcAft>
              <a:buNone/>
            </a:pPr>
            <a:r>
              <a:rPr lang="en"/>
              <a:t>Project </a:t>
            </a:r>
            <a:endParaRPr/>
          </a:p>
        </p:txBody>
      </p:sp>
      <p:sp>
        <p:nvSpPr>
          <p:cNvPr id="166" name="Google Shape;166;p24"/>
          <p:cNvSpPr txBox="1">
            <a:spLocks noGrp="1"/>
          </p:cNvSpPr>
          <p:nvPr>
            <p:ph type="body" idx="1"/>
          </p:nvPr>
        </p:nvSpPr>
        <p:spPr>
          <a:xfrm>
            <a:off x="2626020" y="8869867"/>
            <a:ext cx="27679200" cy="9647400"/>
          </a:xfrm>
          <a:prstGeom prst="rect">
            <a:avLst/>
          </a:prstGeom>
        </p:spPr>
        <p:txBody>
          <a:bodyPr spcFirstLastPara="1" wrap="square" lIns="349450" tIns="349450" rIns="349450" bIns="349450" anchor="t" anchorCtr="0">
            <a:noAutofit/>
          </a:bodyPr>
          <a:lstStyle/>
          <a:p>
            <a:pPr marL="0" lvl="0" indent="0" algn="l" rtl="0">
              <a:spcBef>
                <a:spcPts val="0"/>
              </a:spcBef>
              <a:spcAft>
                <a:spcPts val="6100"/>
              </a:spcAft>
              <a:buNone/>
            </a:pPr>
            <a:r>
              <a:rPr lang="en" dirty="0"/>
              <a:t>The A-Team | Sprint 6</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3" name="Picture 2">
            <a:extLst>
              <a:ext uri="{FF2B5EF4-FFF2-40B4-BE49-F238E27FC236}">
                <a16:creationId xmlns:a16="http://schemas.microsoft.com/office/drawing/2014/main" id="{864D8144-6DC6-FD92-BD7A-5C17743244AA}"/>
              </a:ext>
            </a:extLst>
          </p:cNvPr>
          <p:cNvPicPr>
            <a:picLocks noChangeAspect="1"/>
          </p:cNvPicPr>
          <p:nvPr/>
        </p:nvPicPr>
        <p:blipFill>
          <a:blip r:embed="rId3"/>
          <a:stretch>
            <a:fillRect/>
          </a:stretch>
        </p:blipFill>
        <p:spPr>
          <a:xfrm>
            <a:off x="3757000" y="2446963"/>
            <a:ext cx="26775299" cy="159830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6"/>
          <p:cNvSpPr txBox="1">
            <a:spLocks noGrp="1"/>
          </p:cNvSpPr>
          <p:nvPr>
            <p:ph type="subTitle" idx="4294967295"/>
          </p:nvPr>
        </p:nvSpPr>
        <p:spPr>
          <a:xfrm>
            <a:off x="1122000" y="1734125"/>
            <a:ext cx="16015200" cy="178704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endParaRPr sz="4000" dirty="0">
              <a:latin typeface="Open Sans"/>
              <a:ea typeface="Open Sans"/>
              <a:cs typeface="Open Sans"/>
              <a:sym typeface="Open Sans"/>
            </a:endParaRPr>
          </a:p>
          <a:p>
            <a:pPr marL="0" lvl="0" indent="0" algn="l" rtl="0">
              <a:spcBef>
                <a:spcPts val="6100"/>
              </a:spcBef>
              <a:spcAft>
                <a:spcPts val="0"/>
              </a:spcAft>
              <a:buNone/>
            </a:pPr>
            <a:r>
              <a:rPr lang="en" sz="4000" b="1" dirty="0">
                <a:latin typeface="Open Sans"/>
                <a:ea typeface="Open Sans"/>
                <a:cs typeface="Open Sans"/>
                <a:sym typeface="Open Sans"/>
              </a:rPr>
              <a:t>What would the BURN DOWN chart look like for Sprints 1-6?</a:t>
            </a:r>
            <a:r>
              <a:rPr lang="en" sz="4000" dirty="0">
                <a:latin typeface="Open Sans"/>
                <a:ea typeface="Open Sans"/>
                <a:cs typeface="Open Sans"/>
                <a:sym typeface="Open Sans"/>
              </a:rPr>
              <a:t> </a:t>
            </a:r>
            <a:endParaRPr sz="4000" dirty="0">
              <a:latin typeface="Open Sans"/>
              <a:ea typeface="Open Sans"/>
              <a:cs typeface="Open Sans"/>
              <a:sym typeface="Open Sans"/>
            </a:endParaRPr>
          </a:p>
          <a:p>
            <a:pPr marL="0" lvl="0" indent="0" algn="l" rtl="0">
              <a:spcBef>
                <a:spcPts val="6100"/>
              </a:spcBef>
              <a:spcAft>
                <a:spcPts val="0"/>
              </a:spcAft>
              <a:buNone/>
            </a:pPr>
            <a:r>
              <a:rPr lang="en-US" sz="4000" dirty="0">
                <a:latin typeface="Open Sans"/>
                <a:ea typeface="Open Sans"/>
                <a:cs typeface="Open Sans"/>
                <a:sym typeface="Open Sans"/>
              </a:rPr>
              <a:t>See Chart</a:t>
            </a:r>
            <a:endParaRPr sz="4000" dirty="0">
              <a:latin typeface="Open Sans"/>
              <a:ea typeface="Open Sans"/>
              <a:cs typeface="Open Sans"/>
              <a:sym typeface="Open Sans"/>
            </a:endParaRPr>
          </a:p>
          <a:p>
            <a:pPr marL="0" lvl="0" indent="0" algn="l" rtl="0">
              <a:spcBef>
                <a:spcPts val="6100"/>
              </a:spcBef>
              <a:spcAft>
                <a:spcPts val="0"/>
              </a:spcAft>
              <a:buNone/>
            </a:pPr>
            <a:r>
              <a:rPr lang="en" sz="4000" b="1" dirty="0">
                <a:latin typeface="Open Sans"/>
                <a:ea typeface="Open Sans"/>
                <a:cs typeface="Open Sans"/>
                <a:sym typeface="Open Sans"/>
              </a:rPr>
              <a:t>What would the BURN UP charts look like for Sprints 1-6?</a:t>
            </a:r>
            <a:endParaRPr sz="4000" b="1" dirty="0">
              <a:latin typeface="Open Sans"/>
              <a:ea typeface="Open Sans"/>
              <a:cs typeface="Open Sans"/>
              <a:sym typeface="Open Sans"/>
            </a:endParaRPr>
          </a:p>
          <a:p>
            <a:pPr marL="0" lvl="0" indent="0" algn="l" rtl="0">
              <a:spcBef>
                <a:spcPts val="6100"/>
              </a:spcBef>
              <a:spcAft>
                <a:spcPts val="0"/>
              </a:spcAft>
              <a:buClr>
                <a:schemeClr val="dk1"/>
              </a:buClr>
              <a:buSzPts val="1100"/>
              <a:buFont typeface="Arial"/>
              <a:buNone/>
            </a:pPr>
            <a:r>
              <a:rPr lang="en-US" sz="4000" dirty="0">
                <a:latin typeface="Open Sans"/>
                <a:ea typeface="Open Sans"/>
                <a:cs typeface="Open Sans"/>
                <a:sym typeface="Open Sans"/>
              </a:rPr>
              <a:t>See Chart</a:t>
            </a:r>
            <a:endParaRPr sz="4000" b="1" dirty="0">
              <a:latin typeface="Open Sans"/>
              <a:ea typeface="Open Sans"/>
              <a:cs typeface="Open Sans"/>
              <a:sym typeface="Open Sans"/>
            </a:endParaRPr>
          </a:p>
          <a:p>
            <a:pPr marL="0" lvl="0" indent="0" algn="l" rtl="0">
              <a:spcBef>
                <a:spcPts val="6100"/>
              </a:spcBef>
              <a:spcAft>
                <a:spcPts val="0"/>
              </a:spcAft>
              <a:buNone/>
            </a:pPr>
            <a:r>
              <a:rPr lang="en" sz="4000" b="1" dirty="0">
                <a:latin typeface="Open Sans"/>
                <a:ea typeface="Open Sans"/>
                <a:cs typeface="Open Sans"/>
                <a:sym typeface="Open Sans"/>
              </a:rPr>
              <a:t>Was the Team able to complete all the work in the backlog or did you have to adjust what could be delivered? How would you tell this to Management and justify your answer.</a:t>
            </a:r>
            <a:endParaRPr sz="4000" b="1" dirty="0">
              <a:latin typeface="Open Sans"/>
              <a:ea typeface="Open Sans"/>
              <a:cs typeface="Open Sans"/>
              <a:sym typeface="Open Sans"/>
            </a:endParaRPr>
          </a:p>
          <a:p>
            <a:pPr marL="0" lvl="0" indent="0" algn="l" rtl="0">
              <a:spcBef>
                <a:spcPts val="6100"/>
              </a:spcBef>
              <a:spcAft>
                <a:spcPts val="6100"/>
              </a:spcAft>
              <a:buClr>
                <a:schemeClr val="dk1"/>
              </a:buClr>
              <a:buSzPts val="1100"/>
              <a:buFont typeface="Arial"/>
              <a:buNone/>
            </a:pPr>
            <a:r>
              <a:rPr lang="en-US" sz="4000" dirty="0">
                <a:latin typeface="Open Sans"/>
                <a:ea typeface="Open Sans"/>
                <a:cs typeface="Open Sans"/>
                <a:sym typeface="Open Sans"/>
              </a:rPr>
              <a:t>Sprint 6 delivers 21 points: BOGO (5), sales-trend reporting (8), and developer setup (8). The project completes 131 of 136 total points. The five-point customer-review analysis story is deferred, not hidden. Management should release the validated MVP beta via the planned 10% automatic canary and 90% opt-in path, then decide on broader rollout from evidence.</a:t>
            </a:r>
            <a:endParaRPr sz="4000" dirty="0">
              <a:latin typeface="Open Sans"/>
              <a:ea typeface="Open Sans"/>
              <a:cs typeface="Open Sans"/>
              <a:sym typeface="Open Sans"/>
            </a:endParaRPr>
          </a:p>
        </p:txBody>
      </p:sp>
      <p:pic>
        <p:nvPicPr>
          <p:cNvPr id="3" name="Picture 2">
            <a:extLst>
              <a:ext uri="{FF2B5EF4-FFF2-40B4-BE49-F238E27FC236}">
                <a16:creationId xmlns:a16="http://schemas.microsoft.com/office/drawing/2014/main" id="{E35778EA-02E8-80EC-0C5C-014BC954DB32}"/>
              </a:ext>
            </a:extLst>
          </p:cNvPr>
          <p:cNvPicPr>
            <a:picLocks noChangeAspect="1"/>
          </p:cNvPicPr>
          <p:nvPr/>
        </p:nvPicPr>
        <p:blipFill>
          <a:blip r:embed="rId3"/>
          <a:stretch>
            <a:fillRect/>
          </a:stretch>
        </p:blipFill>
        <p:spPr>
          <a:xfrm>
            <a:off x="19225000" y="12563205"/>
            <a:ext cx="11307300" cy="6197239"/>
          </a:xfrm>
          <a:prstGeom prst="rect">
            <a:avLst/>
          </a:prstGeom>
        </p:spPr>
      </p:pic>
      <p:pic>
        <p:nvPicPr>
          <p:cNvPr id="5" name="Picture 4">
            <a:extLst>
              <a:ext uri="{FF2B5EF4-FFF2-40B4-BE49-F238E27FC236}">
                <a16:creationId xmlns:a16="http://schemas.microsoft.com/office/drawing/2014/main" id="{1B313EA3-4A06-5EE7-524F-03E52408727A}"/>
              </a:ext>
            </a:extLst>
          </p:cNvPr>
          <p:cNvPicPr>
            <a:picLocks/>
          </p:cNvPicPr>
          <p:nvPr/>
        </p:nvPicPr>
        <p:blipFill>
          <a:blip r:embed="rId4"/>
          <a:stretch>
            <a:fillRect/>
          </a:stretch>
        </p:blipFill>
        <p:spPr>
          <a:xfrm>
            <a:off x="19225000" y="2866105"/>
            <a:ext cx="11307300" cy="619723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7"/>
          <p:cNvSpPr txBox="1">
            <a:spLocks noGrp="1"/>
          </p:cNvSpPr>
          <p:nvPr>
            <p:ph type="ctrTitle" idx="4294967295"/>
          </p:nvPr>
        </p:nvSpPr>
        <p:spPr>
          <a:xfrm>
            <a:off x="714750" y="914400"/>
            <a:ext cx="4270200" cy="201168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ctr" anchorCtr="0">
            <a:noAutofit/>
          </a:bodyPr>
          <a:lstStyle/>
          <a:p>
            <a:pPr marL="0" lvl="0" indent="0" algn="l" rtl="0">
              <a:spcBef>
                <a:spcPts val="0"/>
              </a:spcBef>
              <a:spcAft>
                <a:spcPts val="0"/>
              </a:spcAft>
              <a:buNone/>
            </a:pPr>
            <a:r>
              <a:rPr lang="en-US" sz="4800"/>
              <a:t>The A-Team</a:t>
            </a:r>
            <a:endParaRPr sz="4800"/>
          </a:p>
        </p:txBody>
      </p:sp>
      <p:sp>
        <p:nvSpPr>
          <p:cNvPr id="184" name="Google Shape;184;p27"/>
          <p:cNvSpPr txBox="1">
            <a:spLocks noGrp="1"/>
          </p:cNvSpPr>
          <p:nvPr>
            <p:ph type="ctrTitle" idx="4294967295"/>
          </p:nvPr>
        </p:nvSpPr>
        <p:spPr>
          <a:xfrm>
            <a:off x="5837050" y="914400"/>
            <a:ext cx="11195700" cy="35817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t" anchorCtr="0">
            <a:noAutofit/>
          </a:bodyPr>
          <a:lstStyle/>
          <a:p>
            <a:pPr marL="0" lvl="0" indent="0" algn="l" rtl="0">
              <a:spcBef>
                <a:spcPts val="0"/>
              </a:spcBef>
              <a:spcAft>
                <a:spcPts val="0"/>
              </a:spcAft>
              <a:buNone/>
            </a:pPr>
            <a:r>
              <a:rPr lang="en-US" sz="4800" u="sng" dirty="0"/>
              <a:t>Sprint 6 Name</a:t>
            </a:r>
            <a:br>
              <a:rPr lang="en-US" sz="4800" u="sng" dirty="0"/>
            </a:br>
            <a:r>
              <a:rPr lang="en-US" sz="4800" u="sng" dirty="0"/>
              <a:t>Flash Sale Launch</a:t>
            </a:r>
            <a:endParaRPr sz="4800" u="sng" dirty="0"/>
          </a:p>
        </p:txBody>
      </p:sp>
      <p:sp>
        <p:nvSpPr>
          <p:cNvPr id="185" name="Google Shape;185;p27"/>
          <p:cNvSpPr txBox="1">
            <a:spLocks noGrp="1"/>
          </p:cNvSpPr>
          <p:nvPr>
            <p:ph type="ctrTitle" idx="4294967295"/>
          </p:nvPr>
        </p:nvSpPr>
        <p:spPr>
          <a:xfrm>
            <a:off x="5868275" y="5410500"/>
            <a:ext cx="11195700" cy="81519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t" anchorCtr="0">
            <a:noAutofit/>
          </a:bodyPr>
          <a:lstStyle/>
          <a:p>
            <a:pPr marL="0" lvl="0" indent="0" algn="l" rtl="0">
              <a:spcBef>
                <a:spcPts val="0"/>
              </a:spcBef>
              <a:spcAft>
                <a:spcPts val="0"/>
              </a:spcAft>
              <a:buClr>
                <a:schemeClr val="dk1"/>
              </a:buClr>
              <a:buSzPts val="1100"/>
              <a:buFont typeface="Arial"/>
              <a:buNone/>
            </a:pPr>
            <a:r>
              <a:rPr lang="en-US" sz="4800" u="sng"/>
              <a:t>User Stories in Sprint 6</a:t>
            </a:r>
            <a:br>
              <a:rPr lang="en-US" sz="4800" u="sng"/>
            </a:br>
            <a:r>
              <a:rPr lang="en-US" sz="4800" u="sng"/>
              <a:t>1. Story 23 - 30-day BOGO (5)</a:t>
            </a:r>
            <a:br>
              <a:rPr lang="en-US" sz="4800" u="sng"/>
            </a:br>
            <a:r>
              <a:rPr lang="en-US" sz="4800" u="sng"/>
              <a:t>2. Story 16 - sales trends (8)</a:t>
            </a:r>
            <a:br>
              <a:rPr lang="en-US" sz="4800" u="sng"/>
            </a:br>
            <a:r>
              <a:rPr lang="en-US" sz="4800" u="sng"/>
              <a:t>3. Story 20 - developer setup (8)</a:t>
            </a:r>
            <a:br>
              <a:rPr lang="en-US" sz="4800" u="sng"/>
            </a:br>
            <a:r>
              <a:rPr lang="en-US" sz="4800" u="sng"/>
              <a:t>Total Sprint 6 Points: 21</a:t>
            </a:r>
            <a:endParaRPr sz="4800" u="sng"/>
          </a:p>
        </p:txBody>
      </p:sp>
      <p:sp>
        <p:nvSpPr>
          <p:cNvPr id="186" name="Google Shape;186;p27"/>
          <p:cNvSpPr txBox="1">
            <a:spLocks noGrp="1"/>
          </p:cNvSpPr>
          <p:nvPr>
            <p:ph type="ctrTitle" idx="4294967295"/>
          </p:nvPr>
        </p:nvSpPr>
        <p:spPr>
          <a:xfrm>
            <a:off x="6192525" y="16217150"/>
            <a:ext cx="25811400" cy="4813800"/>
          </a:xfrm>
          <a:prstGeom prst="rect">
            <a:avLst/>
          </a:prstGeom>
          <a:ln w="9525" cap="flat" cmpd="sng">
            <a:solidFill>
              <a:srgbClr val="000000"/>
            </a:solidFill>
            <a:prstDash val="solid"/>
            <a:round/>
            <a:headEnd type="none" w="sm" len="sm"/>
            <a:tailEnd type="none" w="sm" len="sm"/>
          </a:ln>
        </p:spPr>
        <p:txBody>
          <a:bodyPr spcFirstLastPara="1" wrap="square" lIns="349450" tIns="349450" rIns="349450" bIns="349450" anchor="ctr" anchorCtr="0">
            <a:noAutofit/>
          </a:bodyPr>
          <a:lstStyle/>
          <a:p>
            <a:pPr marL="0" lvl="0" indent="0" algn="l" rtl="0">
              <a:spcBef>
                <a:spcPts val="0"/>
              </a:spcBef>
              <a:spcAft>
                <a:spcPts val="0"/>
              </a:spcAft>
              <a:buNone/>
            </a:pPr>
            <a:r>
              <a:rPr lang="en-US" sz="4800"/>
              <a:t>Narrative: The pandemic-driven BOGO request is the top remaining item.</a:t>
            </a:r>
            <a:br>
              <a:rPr lang="en-US" sz="4800"/>
            </a:br>
            <a:r>
              <a:rPr lang="en-US" sz="4800"/>
              <a:t>Results: 21 points delivered; 131/136 points complete.</a:t>
            </a:r>
            <a:br>
              <a:rPr lang="en-US" sz="4800"/>
            </a:br>
            <a:r>
              <a:rPr lang="en-US" sz="4800"/>
              <a:t>Learnings: MVP scope is value-based, not every backlog item.</a:t>
            </a:r>
            <a:br>
              <a:rPr lang="en-US" sz="4800"/>
            </a:br>
            <a:r>
              <a:rPr lang="en-US" sz="4800"/>
              <a:t>Risks: Customer-review analysis remains deferred and monitored after beta.</a:t>
            </a:r>
            <a:endParaRPr sz="4800"/>
          </a:p>
        </p:txBody>
      </p:sp>
      <p:sp>
        <p:nvSpPr>
          <p:cNvPr id="189" name="Google Shape;189;p27"/>
          <p:cNvSpPr txBox="1"/>
          <p:nvPr/>
        </p:nvSpPr>
        <p:spPr>
          <a:xfrm>
            <a:off x="6192525" y="105850"/>
            <a:ext cx="19385700" cy="70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SPRINT 6 DEMO of Working Product</a:t>
            </a:r>
            <a:endParaRPr sz="3600" dirty="0"/>
          </a:p>
        </p:txBody>
      </p:sp>
      <p:pic>
        <p:nvPicPr>
          <p:cNvPr id="3" name="Picture 2">
            <a:extLst>
              <a:ext uri="{FF2B5EF4-FFF2-40B4-BE49-F238E27FC236}">
                <a16:creationId xmlns:a16="http://schemas.microsoft.com/office/drawing/2014/main" id="{FD843955-F876-49B4-F755-1FF4A78F2213}"/>
              </a:ext>
            </a:extLst>
          </p:cNvPr>
          <p:cNvPicPr>
            <a:picLocks noChangeAspect="1"/>
          </p:cNvPicPr>
          <p:nvPr/>
        </p:nvPicPr>
        <p:blipFill>
          <a:blip r:embed="rId3"/>
          <a:stretch>
            <a:fillRect/>
          </a:stretch>
        </p:blipFill>
        <p:spPr>
          <a:xfrm>
            <a:off x="18584585" y="809350"/>
            <a:ext cx="12309830" cy="6746700"/>
          </a:xfrm>
          <a:prstGeom prst="rect">
            <a:avLst/>
          </a:prstGeom>
        </p:spPr>
      </p:pic>
      <p:pic>
        <p:nvPicPr>
          <p:cNvPr id="5" name="Picture 4">
            <a:extLst>
              <a:ext uri="{FF2B5EF4-FFF2-40B4-BE49-F238E27FC236}">
                <a16:creationId xmlns:a16="http://schemas.microsoft.com/office/drawing/2014/main" id="{1E719A74-4896-CFA9-3B35-9CDE47E302FF}"/>
              </a:ext>
            </a:extLst>
          </p:cNvPr>
          <p:cNvPicPr>
            <a:picLocks/>
          </p:cNvPicPr>
          <p:nvPr/>
        </p:nvPicPr>
        <p:blipFill>
          <a:blip r:embed="rId4"/>
          <a:stretch>
            <a:fillRect/>
          </a:stretch>
        </p:blipFill>
        <p:spPr>
          <a:xfrm>
            <a:off x="18584583" y="8459850"/>
            <a:ext cx="12309830" cy="67467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8"/>
          <p:cNvSpPr txBox="1">
            <a:spLocks noGrp="1"/>
          </p:cNvSpPr>
          <p:nvPr>
            <p:ph type="ctrTitle" idx="4294967295"/>
          </p:nvPr>
        </p:nvSpPr>
        <p:spPr>
          <a:xfrm>
            <a:off x="789475" y="734275"/>
            <a:ext cx="30674400" cy="91353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sz="6200" b="1" dirty="0">
                <a:latin typeface="Open Sans"/>
                <a:ea typeface="Open Sans"/>
                <a:cs typeface="Open Sans"/>
                <a:sym typeface="Open Sans"/>
              </a:rPr>
              <a:t>BVIR for Management Questions</a:t>
            </a:r>
            <a:r>
              <a:rPr lang="en" sz="4800" b="1" dirty="0">
                <a:latin typeface="Open Sans"/>
                <a:ea typeface="Open Sans"/>
                <a:cs typeface="Open Sans"/>
                <a:sym typeface="Open Sans"/>
              </a:rPr>
              <a:t> </a:t>
            </a:r>
            <a:endParaRPr sz="4800" dirty="0">
              <a:latin typeface="Open Sans"/>
              <a:ea typeface="Open Sans"/>
              <a:cs typeface="Open Sans"/>
              <a:sym typeface="Open Sans"/>
            </a:endParaRPr>
          </a:p>
          <a:p>
            <a:pPr marL="0" lvl="0" indent="0" algn="l" rtl="0">
              <a:spcBef>
                <a:spcPts val="0"/>
              </a:spcBef>
              <a:spcAft>
                <a:spcPts val="0"/>
              </a:spcAft>
              <a:buNone/>
            </a:pPr>
            <a:endParaRPr sz="4800" b="1" dirty="0">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4800" b="1" dirty="0">
                <a:solidFill>
                  <a:schemeClr val="dk2"/>
                </a:solidFill>
                <a:latin typeface="Open Sans"/>
                <a:ea typeface="Open Sans"/>
                <a:cs typeface="Open Sans"/>
                <a:sym typeface="Open Sans"/>
              </a:rPr>
              <a:t>Which charts would you want to include in the BVIR that Management would need and why?</a:t>
            </a:r>
            <a:r>
              <a:rPr lang="en" sz="4800" dirty="0">
                <a:solidFill>
                  <a:schemeClr val="dk2"/>
                </a:solidFill>
                <a:latin typeface="Open Sans"/>
                <a:ea typeface="Open Sans"/>
                <a:cs typeface="Open Sans"/>
                <a:sym typeface="Open Sans"/>
              </a:rPr>
              <a:t> </a:t>
            </a:r>
            <a:endParaRPr sz="4800" dirty="0">
              <a:solidFill>
                <a:schemeClr val="dk2"/>
              </a:solidFill>
              <a:latin typeface="Open Sans"/>
              <a:ea typeface="Open Sans"/>
              <a:cs typeface="Open Sans"/>
              <a:sym typeface="Open Sans"/>
            </a:endParaRPr>
          </a:p>
          <a:p>
            <a:pPr marL="0" lvl="0" indent="0" algn="l" rtl="0">
              <a:spcBef>
                <a:spcPts val="0"/>
              </a:spcBef>
              <a:spcAft>
                <a:spcPts val="0"/>
              </a:spcAft>
              <a:buNone/>
            </a:pPr>
            <a:r>
              <a:rPr lang="en" sz="4800" dirty="0">
                <a:solidFill>
                  <a:schemeClr val="dk2"/>
                </a:solidFill>
                <a:latin typeface="Open Sans"/>
                <a:ea typeface="Open Sans"/>
                <a:cs typeface="Open Sans"/>
                <a:sym typeface="Open Sans"/>
              </a:rPr>
              <a:t>Move the Orange boxes to the correct column below</a:t>
            </a:r>
            <a:br>
              <a:rPr lang="en" sz="4800" dirty="0">
                <a:solidFill>
                  <a:schemeClr val="dk2"/>
                </a:solidFill>
                <a:latin typeface="Open Sans"/>
                <a:ea typeface="Open Sans"/>
                <a:cs typeface="Open Sans"/>
                <a:sym typeface="Open Sans"/>
              </a:rPr>
            </a:br>
            <a:endParaRPr sz="4800" dirty="0">
              <a:solidFill>
                <a:schemeClr val="dk2"/>
              </a:solidFill>
              <a:latin typeface="Open Sans"/>
              <a:ea typeface="Open Sans"/>
              <a:cs typeface="Open Sans"/>
              <a:sym typeface="Open Sans"/>
            </a:endParaRPr>
          </a:p>
          <a:p>
            <a:pPr marL="0" lvl="0" indent="0" algn="l" rtl="0">
              <a:spcBef>
                <a:spcPts val="0"/>
              </a:spcBef>
              <a:spcAft>
                <a:spcPts val="0"/>
              </a:spcAft>
              <a:buNone/>
            </a:pPr>
            <a:r>
              <a:rPr lang="en-US" sz="4800" b="0" dirty="0">
                <a:solidFill>
                  <a:schemeClr val="dk2"/>
                </a:solidFill>
                <a:latin typeface="Open Sans"/>
                <a:ea typeface="Open Sans"/>
                <a:cs typeface="Open Sans"/>
                <a:sym typeface="Open Sans"/>
              </a:rPr>
              <a:t>Include the Burn-Up, Burn-Down, and Committed vs. Delivered charts. The Burn-Up chart shows cumulative completed value and remaining scope; the Burn-Down chart shows the pace at which remaining work is declining; and Committed vs. Delivered shows the team’s reliability against its sprint commitments. Together, these metrics help Management assess progress, predictability, scope, and release readiness. Do not include Story Point Cost per Team because it does not explain MVP value, delivery progress, or the canary-release decision.</a:t>
            </a:r>
            <a:endParaRPr sz="4800" dirty="0">
              <a:solidFill>
                <a:schemeClr val="dk2"/>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endParaRPr sz="4800" dirty="0">
              <a:solidFill>
                <a:schemeClr val="dk2"/>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endParaRPr sz="4800" b="1" dirty="0">
              <a:latin typeface="Open Sans"/>
              <a:ea typeface="Open Sans"/>
              <a:cs typeface="Open Sans"/>
              <a:sym typeface="Open Sans"/>
            </a:endParaRPr>
          </a:p>
          <a:p>
            <a:pPr marL="0" lvl="0" indent="0" algn="l" rtl="0">
              <a:spcBef>
                <a:spcPts val="0"/>
              </a:spcBef>
              <a:spcAft>
                <a:spcPts val="0"/>
              </a:spcAft>
              <a:buNone/>
            </a:pPr>
            <a:endParaRPr sz="4800" dirty="0">
              <a:latin typeface="Open Sans"/>
              <a:ea typeface="Open Sans"/>
              <a:cs typeface="Open Sans"/>
              <a:sym typeface="Open Sans"/>
            </a:endParaRPr>
          </a:p>
        </p:txBody>
      </p:sp>
      <p:cxnSp>
        <p:nvCxnSpPr>
          <p:cNvPr id="195" name="Google Shape;195;p28"/>
          <p:cNvCxnSpPr>
            <a:stCxn id="194" idx="2"/>
          </p:cNvCxnSpPr>
          <p:nvPr/>
        </p:nvCxnSpPr>
        <p:spPr>
          <a:xfrm>
            <a:off x="16126675" y="9869575"/>
            <a:ext cx="64200" cy="11151600"/>
          </a:xfrm>
          <a:prstGeom prst="straightConnector1">
            <a:avLst/>
          </a:prstGeom>
          <a:noFill/>
          <a:ln w="9525" cap="flat" cmpd="sng">
            <a:solidFill>
              <a:schemeClr val="dk2"/>
            </a:solidFill>
            <a:prstDash val="solid"/>
            <a:round/>
            <a:headEnd type="none" w="med" len="med"/>
            <a:tailEnd type="none" w="med" len="med"/>
          </a:ln>
        </p:spPr>
      </p:cxnSp>
      <p:sp>
        <p:nvSpPr>
          <p:cNvPr id="196" name="Google Shape;196;p28"/>
          <p:cNvSpPr txBox="1"/>
          <p:nvPr/>
        </p:nvSpPr>
        <p:spPr>
          <a:xfrm>
            <a:off x="3995525" y="9839750"/>
            <a:ext cx="3965700" cy="14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0">
                <a:latin typeface="Open Sans"/>
                <a:ea typeface="Open Sans"/>
                <a:cs typeface="Open Sans"/>
                <a:sym typeface="Open Sans"/>
              </a:rPr>
              <a:t>Included</a:t>
            </a:r>
            <a:endParaRPr sz="6000">
              <a:latin typeface="Open Sans"/>
              <a:ea typeface="Open Sans"/>
              <a:cs typeface="Open Sans"/>
              <a:sym typeface="Open Sans"/>
            </a:endParaRPr>
          </a:p>
        </p:txBody>
      </p:sp>
      <p:sp>
        <p:nvSpPr>
          <p:cNvPr id="197" name="Google Shape;197;p28"/>
          <p:cNvSpPr txBox="1"/>
          <p:nvPr/>
        </p:nvSpPr>
        <p:spPr>
          <a:xfrm>
            <a:off x="19977625" y="9839750"/>
            <a:ext cx="6235200" cy="14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0">
                <a:latin typeface="Open Sans"/>
                <a:ea typeface="Open Sans"/>
                <a:cs typeface="Open Sans"/>
                <a:sym typeface="Open Sans"/>
              </a:rPr>
              <a:t>Not included</a:t>
            </a:r>
            <a:endParaRPr sz="6000">
              <a:latin typeface="Open Sans"/>
              <a:ea typeface="Open Sans"/>
              <a:cs typeface="Open Sans"/>
              <a:sym typeface="Open Sans"/>
            </a:endParaRPr>
          </a:p>
          <a:p>
            <a:pPr marL="0" lvl="0" indent="0" algn="l" rtl="0">
              <a:spcBef>
                <a:spcPts val="0"/>
              </a:spcBef>
              <a:spcAft>
                <a:spcPts val="0"/>
              </a:spcAft>
              <a:buNone/>
            </a:pPr>
            <a:endParaRPr sz="6000">
              <a:latin typeface="Open Sans"/>
              <a:ea typeface="Open Sans"/>
              <a:cs typeface="Open Sans"/>
              <a:sym typeface="Open Sans"/>
            </a:endParaRPr>
          </a:p>
        </p:txBody>
      </p:sp>
      <p:sp>
        <p:nvSpPr>
          <p:cNvPr id="198" name="Google Shape;198;p28"/>
          <p:cNvSpPr txBox="1"/>
          <p:nvPr/>
        </p:nvSpPr>
        <p:spPr>
          <a:xfrm>
            <a:off x="4000500" y="12156034"/>
            <a:ext cx="6977400" cy="1072500"/>
          </a:xfrm>
          <a:prstGeom prst="rect">
            <a:avLst/>
          </a:prstGeom>
          <a:solidFill>
            <a:srgbClr val="FF9900"/>
          </a:solidFill>
          <a:ln w="28575" cap="flat" cmpd="sng">
            <a:solidFill>
              <a:srgbClr val="FF9900"/>
            </a:solidFill>
            <a:prstDash val="solid"/>
            <a:round/>
            <a:headEnd type="none" w="sm" len="sm"/>
            <a:tailEnd type="none" w="sm" len="sm"/>
          </a:ln>
        </p:spPr>
        <p:txBody>
          <a:bodyPr spcFirstLastPara="1" wrap="square" lIns="91425" tIns="91425" rIns="91425" bIns="91425" anchor="t" anchorCtr="0">
            <a:noAutofit/>
          </a:bodyPr>
          <a:lstStyle/>
          <a:p>
            <a:pPr marL="457200" lvl="0" indent="0" algn="ctr" rtl="0">
              <a:spcBef>
                <a:spcPts val="0"/>
              </a:spcBef>
              <a:spcAft>
                <a:spcPts val="0"/>
              </a:spcAft>
              <a:buNone/>
            </a:pPr>
            <a:r>
              <a:rPr lang="en" sz="4800">
                <a:solidFill>
                  <a:schemeClr val="dk2"/>
                </a:solidFill>
                <a:latin typeface="Open Sans"/>
                <a:ea typeface="Open Sans"/>
                <a:cs typeface="Open Sans"/>
                <a:sym typeface="Open Sans"/>
              </a:rPr>
              <a:t>Burn Down Charts</a:t>
            </a:r>
            <a:endParaRPr sz="6000">
              <a:latin typeface="Open Sans"/>
              <a:ea typeface="Open Sans"/>
              <a:cs typeface="Open Sans"/>
              <a:sym typeface="Open Sans"/>
            </a:endParaRPr>
          </a:p>
        </p:txBody>
      </p:sp>
      <p:sp>
        <p:nvSpPr>
          <p:cNvPr id="199" name="Google Shape;199;p28"/>
          <p:cNvSpPr txBox="1"/>
          <p:nvPr/>
        </p:nvSpPr>
        <p:spPr>
          <a:xfrm>
            <a:off x="4000500" y="13738400"/>
            <a:ext cx="6977400" cy="1072500"/>
          </a:xfrm>
          <a:prstGeom prst="rect">
            <a:avLst/>
          </a:prstGeom>
          <a:solidFill>
            <a:srgbClr val="FF9900"/>
          </a:solidFill>
          <a:ln w="28575" cap="flat" cmpd="sng">
            <a:solidFill>
              <a:srgbClr val="FF9900"/>
            </a:solidFill>
            <a:prstDash val="solid"/>
            <a:round/>
            <a:headEnd type="none" w="sm" len="sm"/>
            <a:tailEnd type="none" w="sm" len="sm"/>
          </a:ln>
        </p:spPr>
        <p:txBody>
          <a:bodyPr spcFirstLastPara="1" wrap="square" lIns="91425" tIns="91425" rIns="91425" bIns="91425" anchor="t" anchorCtr="0">
            <a:noAutofit/>
          </a:bodyPr>
          <a:lstStyle/>
          <a:p>
            <a:pPr marL="457200" lvl="0" indent="0" algn="ctr" rtl="0">
              <a:spcBef>
                <a:spcPts val="0"/>
              </a:spcBef>
              <a:spcAft>
                <a:spcPts val="0"/>
              </a:spcAft>
              <a:buNone/>
            </a:pPr>
            <a:r>
              <a:rPr lang="en" sz="4800">
                <a:solidFill>
                  <a:schemeClr val="dk2"/>
                </a:solidFill>
                <a:latin typeface="Open Sans"/>
                <a:ea typeface="Open Sans"/>
                <a:cs typeface="Open Sans"/>
                <a:sym typeface="Open Sans"/>
              </a:rPr>
              <a:t>Burn Up Charts</a:t>
            </a:r>
            <a:endParaRPr sz="6000">
              <a:latin typeface="Open Sans"/>
              <a:ea typeface="Open Sans"/>
              <a:cs typeface="Open Sans"/>
              <a:sym typeface="Open Sans"/>
            </a:endParaRPr>
          </a:p>
        </p:txBody>
      </p:sp>
      <p:sp>
        <p:nvSpPr>
          <p:cNvPr id="200" name="Google Shape;200;p28"/>
          <p:cNvSpPr txBox="1"/>
          <p:nvPr/>
        </p:nvSpPr>
        <p:spPr>
          <a:xfrm>
            <a:off x="4000500" y="15515000"/>
            <a:ext cx="10340100" cy="1072500"/>
          </a:xfrm>
          <a:prstGeom prst="rect">
            <a:avLst/>
          </a:prstGeom>
          <a:solidFill>
            <a:srgbClr val="FF9900"/>
          </a:solidFill>
          <a:ln w="28575" cap="flat" cmpd="sng">
            <a:solidFill>
              <a:srgbClr val="FF9900"/>
            </a:solidFill>
            <a:prstDash val="solid"/>
            <a:round/>
            <a:headEnd type="none" w="sm" len="sm"/>
            <a:tailEnd type="none" w="sm" len="sm"/>
          </a:ln>
        </p:spPr>
        <p:txBody>
          <a:bodyPr spcFirstLastPara="1" wrap="square" lIns="91425" tIns="91425" rIns="91425" bIns="91425" anchor="t" anchorCtr="0">
            <a:noAutofit/>
          </a:bodyPr>
          <a:lstStyle/>
          <a:p>
            <a:pPr marL="457200" lvl="0" indent="0" algn="ctr" rtl="0">
              <a:spcBef>
                <a:spcPts val="0"/>
              </a:spcBef>
              <a:spcAft>
                <a:spcPts val="0"/>
              </a:spcAft>
              <a:buNone/>
            </a:pPr>
            <a:r>
              <a:rPr lang="en" sz="4800">
                <a:solidFill>
                  <a:schemeClr val="dk2"/>
                </a:solidFill>
                <a:latin typeface="Open Sans"/>
                <a:ea typeface="Open Sans"/>
                <a:cs typeface="Open Sans"/>
                <a:sym typeface="Open Sans"/>
              </a:rPr>
              <a:t>Committed vs. Delivered Chart</a:t>
            </a:r>
            <a:endParaRPr sz="6000">
              <a:latin typeface="Open Sans"/>
              <a:ea typeface="Open Sans"/>
              <a:cs typeface="Open Sans"/>
              <a:sym typeface="Open Sans"/>
            </a:endParaRPr>
          </a:p>
        </p:txBody>
      </p:sp>
      <p:sp>
        <p:nvSpPr>
          <p:cNvPr id="201" name="Google Shape;201;p28"/>
          <p:cNvSpPr txBox="1"/>
          <p:nvPr/>
        </p:nvSpPr>
        <p:spPr>
          <a:xfrm>
            <a:off x="18422620" y="12692284"/>
            <a:ext cx="10340100" cy="1072500"/>
          </a:xfrm>
          <a:prstGeom prst="rect">
            <a:avLst/>
          </a:prstGeom>
          <a:solidFill>
            <a:srgbClr val="FF9900"/>
          </a:solidFill>
          <a:ln w="28575" cap="flat" cmpd="sng">
            <a:solidFill>
              <a:srgbClr val="FF9900"/>
            </a:solidFill>
            <a:prstDash val="solid"/>
            <a:round/>
            <a:headEnd type="none" w="sm" len="sm"/>
            <a:tailEnd type="none" w="sm" len="sm"/>
          </a:ln>
        </p:spPr>
        <p:txBody>
          <a:bodyPr spcFirstLastPara="1" wrap="square" lIns="91425" tIns="91425" rIns="91425" bIns="91425" anchor="t" anchorCtr="0">
            <a:noAutofit/>
          </a:bodyPr>
          <a:lstStyle/>
          <a:p>
            <a:pPr marL="457200" lvl="0" indent="0" algn="ctr" rtl="0">
              <a:spcBef>
                <a:spcPts val="0"/>
              </a:spcBef>
              <a:spcAft>
                <a:spcPts val="0"/>
              </a:spcAft>
              <a:buNone/>
            </a:pPr>
            <a:r>
              <a:rPr lang="en" sz="4800" dirty="0">
                <a:solidFill>
                  <a:schemeClr val="dk2"/>
                </a:solidFill>
                <a:latin typeface="Open Sans"/>
                <a:ea typeface="Open Sans"/>
                <a:cs typeface="Open Sans"/>
                <a:sym typeface="Open Sans"/>
              </a:rPr>
              <a:t>Story Point Cost per Team</a:t>
            </a:r>
            <a:endParaRPr sz="4800" dirty="0">
              <a:solidFill>
                <a:schemeClr val="dk2"/>
              </a:solidFill>
              <a:latin typeface="Open Sans"/>
              <a:ea typeface="Open Sans"/>
              <a:cs typeface="Open Sans"/>
              <a:sym typeface="Open Sans"/>
            </a:endParaRPr>
          </a:p>
          <a:p>
            <a:pPr marL="457200" lvl="0" indent="0" algn="ctr" rtl="0">
              <a:spcBef>
                <a:spcPts val="0"/>
              </a:spcBef>
              <a:spcAft>
                <a:spcPts val="0"/>
              </a:spcAft>
              <a:buNone/>
            </a:pPr>
            <a:endParaRPr sz="4800" dirty="0">
              <a:solidFill>
                <a:schemeClr val="dk2"/>
              </a:solidFill>
              <a:latin typeface="Open Sans"/>
              <a:ea typeface="Open Sans"/>
              <a:cs typeface="Open Sans"/>
              <a:sym typeface="Open Sans"/>
            </a:endParaRPr>
          </a:p>
          <a:p>
            <a:pPr marL="457200" lvl="0" indent="0" algn="ctr" rtl="0">
              <a:spcBef>
                <a:spcPts val="0"/>
              </a:spcBef>
              <a:spcAft>
                <a:spcPts val="0"/>
              </a:spcAft>
              <a:buNone/>
            </a:pPr>
            <a:endParaRPr sz="4800" dirty="0">
              <a:solidFill>
                <a:schemeClr val="dk2"/>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9"/>
          <p:cNvSpPr txBox="1">
            <a:spLocks noGrp="1"/>
          </p:cNvSpPr>
          <p:nvPr>
            <p:ph type="title"/>
          </p:nvPr>
        </p:nvSpPr>
        <p:spPr>
          <a:xfrm>
            <a:off x="2626020" y="5626240"/>
            <a:ext cx="27679200" cy="22836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sz="6200" b="1" dirty="0">
                <a:latin typeface="Open Sans"/>
                <a:ea typeface="Open Sans"/>
                <a:cs typeface="Open Sans"/>
                <a:sym typeface="Open Sans"/>
              </a:rPr>
              <a:t>Creating the BVIR for Management</a:t>
            </a:r>
            <a:endParaRPr sz="4800" dirty="0">
              <a:latin typeface="Open Sans"/>
              <a:ea typeface="Open Sans"/>
              <a:cs typeface="Open Sans"/>
              <a:sym typeface="Open Sans"/>
            </a:endParaRPr>
          </a:p>
          <a:p>
            <a:pPr marL="0" lvl="0" indent="0" algn="l" rtl="0">
              <a:spcBef>
                <a:spcPts val="0"/>
              </a:spcBef>
              <a:spcAft>
                <a:spcPts val="0"/>
              </a:spcAft>
              <a:buNone/>
            </a:pPr>
            <a:endParaRPr sz="4800" dirty="0">
              <a:latin typeface="Open Sans"/>
              <a:ea typeface="Open Sans"/>
              <a:cs typeface="Open Sans"/>
              <a:sym typeface="Open Sans"/>
            </a:endParaRPr>
          </a:p>
          <a:p>
            <a:pPr marL="0" lvl="0" indent="0" algn="l" rtl="0">
              <a:spcBef>
                <a:spcPts val="0"/>
              </a:spcBef>
              <a:spcAft>
                <a:spcPts val="0"/>
              </a:spcAft>
              <a:buNone/>
            </a:pPr>
            <a:r>
              <a:rPr lang="en" sz="4800" b="1" dirty="0">
                <a:latin typeface="Open Sans"/>
                <a:ea typeface="Open Sans"/>
                <a:cs typeface="Open Sans"/>
                <a:sym typeface="Open Sans"/>
              </a:rPr>
              <a:t>Questions to answer before you start the BVIR</a:t>
            </a:r>
            <a:endParaRPr sz="4800" b="1" dirty="0">
              <a:latin typeface="Open Sans"/>
              <a:ea typeface="Open Sans"/>
              <a:cs typeface="Open Sans"/>
              <a:sym typeface="Open Sans"/>
            </a:endParaRPr>
          </a:p>
          <a:p>
            <a:pPr marL="457200" lvl="0" indent="0" algn="l" rtl="0">
              <a:spcBef>
                <a:spcPts val="0"/>
              </a:spcBef>
              <a:spcAft>
                <a:spcPts val="0"/>
              </a:spcAft>
              <a:buNone/>
            </a:pPr>
            <a:endParaRPr sz="4800" b="1" dirty="0">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4800" b="1" dirty="0">
                <a:solidFill>
                  <a:schemeClr val="dk2"/>
                </a:solidFill>
                <a:latin typeface="Open Sans"/>
                <a:ea typeface="Open Sans"/>
                <a:cs typeface="Open Sans"/>
                <a:sym typeface="Open Sans"/>
              </a:rPr>
              <a:t>What would tell Management if they want to know the details about actual stories?</a:t>
            </a:r>
            <a:endParaRPr sz="4800" b="1" dirty="0">
              <a:solidFill>
                <a:schemeClr val="dk2"/>
              </a:solidFill>
              <a:latin typeface="Open Sans"/>
              <a:ea typeface="Open Sans"/>
              <a:cs typeface="Open Sans"/>
              <a:sym typeface="Open Sans"/>
            </a:endParaRPr>
          </a:p>
          <a:p>
            <a:pPr marL="0" lvl="0" indent="0" algn="l" rtl="0">
              <a:spcBef>
                <a:spcPts val="0"/>
              </a:spcBef>
              <a:spcAft>
                <a:spcPts val="0"/>
              </a:spcAft>
              <a:buNone/>
            </a:pPr>
            <a:r>
              <a:rPr lang="en" sz="4800" dirty="0">
                <a:solidFill>
                  <a:schemeClr val="dk2"/>
                </a:solidFill>
                <a:latin typeface="Open Sans"/>
                <a:ea typeface="Open Sans"/>
                <a:cs typeface="Open Sans"/>
                <a:sym typeface="Open Sans"/>
              </a:rPr>
              <a:t>[Select from the choices below]</a:t>
            </a:r>
            <a:endParaRPr sz="4800" dirty="0">
              <a:solidFill>
                <a:schemeClr val="dk2"/>
              </a:solidFill>
              <a:latin typeface="Open Sans"/>
              <a:ea typeface="Open Sans"/>
              <a:cs typeface="Open Sans"/>
              <a:sym typeface="Open Sans"/>
            </a:endParaRPr>
          </a:p>
          <a:p>
            <a:pPr marL="457200" lvl="0" indent="-533400" algn="l" rtl="0">
              <a:spcBef>
                <a:spcPts val="0"/>
              </a:spcBef>
              <a:spcAft>
                <a:spcPts val="0"/>
              </a:spcAft>
              <a:buClr>
                <a:schemeClr val="dk2"/>
              </a:buClr>
              <a:buSzPts val="4800"/>
              <a:buFont typeface="Open Sans"/>
              <a:buAutoNum type="arabicPeriod"/>
            </a:pPr>
            <a:r>
              <a:rPr lang="en" sz="4800" dirty="0">
                <a:solidFill>
                  <a:schemeClr val="dk2"/>
                </a:solidFill>
                <a:latin typeface="Open Sans"/>
                <a:ea typeface="Open Sans"/>
                <a:cs typeface="Open Sans"/>
                <a:sym typeface="Open Sans"/>
              </a:rPr>
              <a:t>"While I understand that you want to get into individual stories and know all the details, we would prefer that Management spends your valuable time guiding and influencing the Roadmap and direction of the project and leave the story delivery to the Teams you have empowered."</a:t>
            </a:r>
            <a:endParaRPr sz="4800" dirty="0">
              <a:solidFill>
                <a:schemeClr val="dk2"/>
              </a:solidFill>
              <a:latin typeface="Open Sans"/>
              <a:ea typeface="Open Sans"/>
              <a:cs typeface="Open Sans"/>
              <a:sym typeface="Open Sans"/>
            </a:endParaRPr>
          </a:p>
          <a:p>
            <a:pPr marL="457200" lvl="0" indent="-533400" algn="l" rtl="0">
              <a:spcBef>
                <a:spcPts val="0"/>
              </a:spcBef>
              <a:spcAft>
                <a:spcPts val="0"/>
              </a:spcAft>
              <a:buClr>
                <a:schemeClr val="dk2"/>
              </a:buClr>
              <a:buSzPts val="4800"/>
              <a:buFont typeface="Open Sans"/>
              <a:buAutoNum type="arabicPeriod"/>
            </a:pPr>
            <a:r>
              <a:rPr lang="en" sz="4800" dirty="0">
                <a:solidFill>
                  <a:schemeClr val="dk2"/>
                </a:solidFill>
                <a:latin typeface="Open Sans"/>
                <a:ea typeface="Open Sans"/>
                <a:cs typeface="Open Sans"/>
                <a:sym typeface="Open Sans"/>
              </a:rPr>
              <a:t>Absolutely, let's get into the details!</a:t>
            </a:r>
            <a:endParaRPr sz="4800" dirty="0">
              <a:solidFill>
                <a:schemeClr val="dk2"/>
              </a:solidFill>
              <a:latin typeface="Open Sans"/>
              <a:ea typeface="Open Sans"/>
              <a:cs typeface="Open Sans"/>
              <a:sym typeface="Open Sans"/>
            </a:endParaRPr>
          </a:p>
          <a:p>
            <a:pPr marL="457200" lvl="0" indent="-533400" algn="l" rtl="0">
              <a:spcBef>
                <a:spcPts val="0"/>
              </a:spcBef>
              <a:spcAft>
                <a:spcPts val="0"/>
              </a:spcAft>
              <a:buClr>
                <a:schemeClr val="dk2"/>
              </a:buClr>
              <a:buSzPts val="4800"/>
              <a:buFont typeface="Open Sans"/>
              <a:buAutoNum type="arabicPeriod"/>
            </a:pPr>
            <a:r>
              <a:rPr lang="en" sz="4800" dirty="0">
                <a:solidFill>
                  <a:schemeClr val="dk2"/>
                </a:solidFill>
                <a:latin typeface="Open Sans"/>
                <a:ea typeface="Open Sans"/>
                <a:cs typeface="Open Sans"/>
                <a:sym typeface="Open Sans"/>
              </a:rPr>
              <a:t>No, that is none of your business</a:t>
            </a:r>
            <a:endParaRPr sz="4800" dirty="0">
              <a:solidFill>
                <a:schemeClr val="dk2"/>
              </a:solidFill>
              <a:latin typeface="Open Sans"/>
              <a:ea typeface="Open Sans"/>
              <a:cs typeface="Open Sans"/>
              <a:sym typeface="Open Sans"/>
            </a:endParaRPr>
          </a:p>
          <a:p>
            <a:pPr marL="0" lvl="0" indent="0" algn="l" rtl="0">
              <a:spcBef>
                <a:spcPts val="0"/>
              </a:spcBef>
              <a:spcAft>
                <a:spcPts val="0"/>
              </a:spcAft>
              <a:buNone/>
            </a:pPr>
            <a:endParaRPr sz="4800" dirty="0">
              <a:solidFill>
                <a:schemeClr val="dk2"/>
              </a:solidFill>
              <a:latin typeface="Open Sans"/>
              <a:ea typeface="Open Sans"/>
              <a:cs typeface="Open Sans"/>
              <a:sym typeface="Open Sans"/>
            </a:endParaRPr>
          </a:p>
          <a:p>
            <a:pPr marL="0" lvl="0" indent="0" algn="l" rtl="0">
              <a:spcBef>
                <a:spcPts val="0"/>
              </a:spcBef>
              <a:spcAft>
                <a:spcPts val="0"/>
              </a:spcAft>
              <a:buNone/>
            </a:pPr>
            <a:r>
              <a:rPr lang="en" sz="4800" dirty="0">
                <a:solidFill>
                  <a:schemeClr val="dk2"/>
                </a:solidFill>
                <a:latin typeface="Open Sans"/>
                <a:ea typeface="Open Sans"/>
                <a:cs typeface="Open Sans"/>
                <a:sym typeface="Open Sans"/>
              </a:rPr>
              <a:t>Which of the above did you choose (1,2,3) and why?</a:t>
            </a:r>
            <a:br>
              <a:rPr lang="en" sz="4800" dirty="0">
                <a:solidFill>
                  <a:schemeClr val="dk2"/>
                </a:solidFill>
                <a:latin typeface="Open Sans"/>
                <a:ea typeface="Open Sans"/>
                <a:cs typeface="Open Sans"/>
                <a:sym typeface="Open Sans"/>
              </a:rPr>
            </a:br>
            <a:endParaRPr sz="4800" dirty="0">
              <a:solidFill>
                <a:schemeClr val="dk2"/>
              </a:solidFill>
              <a:latin typeface="Open Sans"/>
              <a:ea typeface="Open Sans"/>
              <a:cs typeface="Open Sans"/>
              <a:sym typeface="Open Sans"/>
            </a:endParaRPr>
          </a:p>
          <a:p>
            <a:pPr marL="0" lvl="0" indent="0" algn="l" rtl="0">
              <a:spcBef>
                <a:spcPts val="0"/>
              </a:spcBef>
              <a:spcAft>
                <a:spcPts val="0"/>
              </a:spcAft>
              <a:buNone/>
            </a:pPr>
            <a:r>
              <a:rPr lang="en-US" sz="4800" dirty="0">
                <a:solidFill>
                  <a:schemeClr val="dk2"/>
                </a:solidFill>
                <a:latin typeface="Open Sans"/>
                <a:ea typeface="Open Sans"/>
                <a:cs typeface="Open Sans"/>
                <a:sym typeface="Open Sans"/>
              </a:rPr>
              <a:t>Choice 1. Management receives delivery trends, scope, risk, and roadmap decisions; the empowered team owns story-level execution details.</a:t>
            </a:r>
            <a:endParaRPr sz="4800" dirty="0">
              <a:solidFill>
                <a:schemeClr val="dk2"/>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endParaRPr sz="4800" dirty="0">
              <a:solidFill>
                <a:schemeClr val="dk2"/>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endParaRPr sz="4800" b="1" dirty="0">
              <a:latin typeface="Open Sans"/>
              <a:ea typeface="Open Sans"/>
              <a:cs typeface="Open Sans"/>
              <a:sym typeface="Open Sans"/>
            </a:endParaRPr>
          </a:p>
          <a:p>
            <a:pPr marL="0" lvl="0" indent="0" algn="l" rtl="0">
              <a:spcBef>
                <a:spcPts val="0"/>
              </a:spcBef>
              <a:spcAft>
                <a:spcPts val="0"/>
              </a:spcAft>
              <a:buNone/>
            </a:pPr>
            <a:endParaRPr sz="4800" dirty="0">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0"/>
          <p:cNvSpPr txBox="1">
            <a:spLocks noGrp="1"/>
          </p:cNvSpPr>
          <p:nvPr>
            <p:ph type="title"/>
          </p:nvPr>
        </p:nvSpPr>
        <p:spPr>
          <a:xfrm>
            <a:off x="2626020" y="5626240"/>
            <a:ext cx="27678300" cy="22836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sz="6200" b="1" dirty="0">
                <a:latin typeface="Open Sans"/>
                <a:ea typeface="Open Sans"/>
                <a:cs typeface="Open Sans"/>
                <a:sym typeface="Open Sans"/>
              </a:rPr>
              <a:t>Creating the BVIR for Management</a:t>
            </a:r>
            <a:endParaRPr sz="4800" dirty="0">
              <a:latin typeface="Open Sans"/>
              <a:ea typeface="Open Sans"/>
              <a:cs typeface="Open Sans"/>
              <a:sym typeface="Open Sans"/>
            </a:endParaRPr>
          </a:p>
          <a:p>
            <a:pPr marL="0" lvl="0" indent="0" algn="l" rtl="0">
              <a:spcBef>
                <a:spcPts val="0"/>
              </a:spcBef>
              <a:spcAft>
                <a:spcPts val="0"/>
              </a:spcAft>
              <a:buNone/>
            </a:pPr>
            <a:r>
              <a:rPr lang="en" sz="4800" b="1" dirty="0">
                <a:latin typeface="Open Sans"/>
                <a:ea typeface="Open Sans"/>
                <a:cs typeface="Open Sans"/>
                <a:sym typeface="Open Sans"/>
              </a:rPr>
              <a:t>Questions to answer before you start the BVIR</a:t>
            </a:r>
            <a:endParaRPr sz="4800" b="1" dirty="0">
              <a:latin typeface="Open Sans"/>
              <a:ea typeface="Open Sans"/>
              <a:cs typeface="Open Sans"/>
              <a:sym typeface="Open Sans"/>
            </a:endParaRPr>
          </a:p>
          <a:p>
            <a:pPr marL="457200" lvl="0" indent="0" algn="l" rtl="0">
              <a:spcBef>
                <a:spcPts val="0"/>
              </a:spcBef>
              <a:spcAft>
                <a:spcPts val="0"/>
              </a:spcAft>
              <a:buNone/>
            </a:pPr>
            <a:endParaRPr sz="4800" b="1" dirty="0">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4800" b="1" dirty="0">
                <a:solidFill>
                  <a:schemeClr val="dk2"/>
                </a:solidFill>
                <a:latin typeface="Open Sans"/>
                <a:ea typeface="Open Sans"/>
                <a:cs typeface="Open Sans"/>
                <a:sym typeface="Open Sans"/>
              </a:rPr>
              <a:t>Is it project considered a failure because backlog items still remain? Explain. </a:t>
            </a:r>
            <a:br>
              <a:rPr lang="en" sz="4800" b="1" dirty="0">
                <a:solidFill>
                  <a:schemeClr val="dk2"/>
                </a:solidFill>
                <a:latin typeface="Open Sans"/>
                <a:ea typeface="Open Sans"/>
                <a:cs typeface="Open Sans"/>
                <a:sym typeface="Open Sans"/>
              </a:rPr>
            </a:br>
            <a:endParaRPr sz="4800" b="1" dirty="0">
              <a:solidFill>
                <a:schemeClr val="dk2"/>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US" sz="4800" dirty="0">
                <a:solidFill>
                  <a:schemeClr val="dk2"/>
                </a:solidFill>
                <a:latin typeface="Open Sans"/>
                <a:ea typeface="Open Sans"/>
                <a:cs typeface="Open Sans"/>
                <a:sym typeface="Open Sans"/>
              </a:rPr>
              <a:t>No. A backlog is an ordered set of options, not a contract to complete every item. The MVP is successful when it delivers the validated, highest-value scope safely. One five-point analysis story remains and is transparently queued for the next decision.</a:t>
            </a:r>
            <a:endParaRPr sz="4800" dirty="0">
              <a:solidFill>
                <a:schemeClr val="dk2"/>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endParaRPr sz="4800" dirty="0">
              <a:solidFill>
                <a:schemeClr val="dk2"/>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endParaRPr sz="4800" b="1" dirty="0">
              <a:latin typeface="Open Sans"/>
              <a:ea typeface="Open Sans"/>
              <a:cs typeface="Open Sans"/>
              <a:sym typeface="Open Sans"/>
            </a:endParaRPr>
          </a:p>
          <a:p>
            <a:pPr marL="0" lvl="0" indent="0" algn="l" rtl="0">
              <a:spcBef>
                <a:spcPts val="0"/>
              </a:spcBef>
              <a:spcAft>
                <a:spcPts val="0"/>
              </a:spcAft>
              <a:buNone/>
            </a:pPr>
            <a:endParaRPr sz="4800" dirty="0">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txBox="1">
            <a:spLocks noGrp="1"/>
          </p:cNvSpPr>
          <p:nvPr>
            <p:ph type="title" idx="4294967295"/>
          </p:nvPr>
        </p:nvSpPr>
        <p:spPr>
          <a:xfrm>
            <a:off x="1826600" y="384725"/>
            <a:ext cx="27762900" cy="22836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US" sz="6200" b="1" dirty="0">
                <a:latin typeface="Open Sans"/>
                <a:ea typeface="Open Sans"/>
                <a:cs typeface="Open Sans"/>
                <a:sym typeface="Open Sans"/>
              </a:rPr>
              <a:t>BVIR for Management</a:t>
            </a:r>
            <a:endParaRPr sz="6200" dirty="0">
              <a:latin typeface="Open Sans"/>
              <a:ea typeface="Open Sans"/>
              <a:cs typeface="Open Sans"/>
              <a:sym typeface="Open Sans"/>
            </a:endParaRPr>
          </a:p>
        </p:txBody>
      </p:sp>
      <p:sp>
        <p:nvSpPr>
          <p:cNvPr id="2" name="TextBox 1">
            <a:extLst>
              <a:ext uri="{FF2B5EF4-FFF2-40B4-BE49-F238E27FC236}">
                <a16:creationId xmlns:a16="http://schemas.microsoft.com/office/drawing/2014/main" id="{DF576784-E444-954E-331B-DD3EA9157CFC}"/>
              </a:ext>
            </a:extLst>
          </p:cNvPr>
          <p:cNvSpPr txBox="1"/>
          <p:nvPr/>
        </p:nvSpPr>
        <p:spPr>
          <a:xfrm>
            <a:off x="3302000" y="3556000"/>
            <a:ext cx="13335000" cy="15142607"/>
          </a:xfrm>
          <a:prstGeom prst="rect">
            <a:avLst/>
          </a:prstGeom>
          <a:noFill/>
        </p:spPr>
        <p:txBody>
          <a:bodyPr vert="horz" rtlCol="0">
            <a:spAutoFit/>
          </a:bodyPr>
          <a:lstStyle/>
          <a:p>
            <a:r>
              <a:rPr lang="en-US" sz="5400" b="1" dirty="0">
                <a:latin typeface="Open Sans" panose="020B0606030504020204" pitchFamily="34" charset="0"/>
                <a:ea typeface="Open Sans" panose="020B0606030504020204" pitchFamily="34" charset="0"/>
                <a:cs typeface="Open Sans" panose="020B0606030504020204" pitchFamily="34" charset="0"/>
              </a:rPr>
              <a:t>THE A-TEAM MANAGEMENT BVIR</a:t>
            </a:r>
          </a:p>
          <a:p>
            <a:endParaRPr lang="en-US" sz="4400" dirty="0">
              <a:latin typeface="Open Sans" panose="020B0606030504020204" pitchFamily="34" charset="0"/>
              <a:ea typeface="Open Sans" panose="020B0606030504020204" pitchFamily="34" charset="0"/>
              <a:cs typeface="Open Sans" panose="020B0606030504020204" pitchFamily="34" charset="0"/>
            </a:endParaRPr>
          </a:p>
          <a:p>
            <a:r>
              <a:rPr lang="en-US" sz="4400" b="1" dirty="0">
                <a:latin typeface="Open Sans" panose="020B0606030504020204" pitchFamily="34" charset="0"/>
                <a:ea typeface="Open Sans" panose="020B0606030504020204" pitchFamily="34" charset="0"/>
                <a:cs typeface="Open Sans" panose="020B0606030504020204" pitchFamily="34" charset="0"/>
              </a:rPr>
              <a:t>Vision</a:t>
            </a:r>
            <a:r>
              <a:rPr lang="en-US" sz="4400" dirty="0">
                <a:latin typeface="Open Sans" panose="020B0606030504020204" pitchFamily="34" charset="0"/>
                <a:ea typeface="Open Sans" panose="020B0606030504020204" pitchFamily="34" charset="0"/>
                <a:cs typeface="Open Sans" panose="020B0606030504020204" pitchFamily="34" charset="0"/>
              </a:rPr>
              <a:t>: Deliver a secure, responsive, cloud-ready website that lets customers discover and purchase software with confidence.</a:t>
            </a:r>
          </a:p>
          <a:p>
            <a:endParaRPr lang="en-US" sz="4400" dirty="0">
              <a:latin typeface="Open Sans" panose="020B0606030504020204" pitchFamily="34" charset="0"/>
              <a:ea typeface="Open Sans" panose="020B0606030504020204" pitchFamily="34" charset="0"/>
              <a:cs typeface="Open Sans" panose="020B0606030504020204" pitchFamily="34" charset="0"/>
            </a:endParaRPr>
          </a:p>
          <a:p>
            <a:r>
              <a:rPr lang="en-US" sz="4400" b="1" dirty="0">
                <a:latin typeface="Open Sans" panose="020B0606030504020204" pitchFamily="34" charset="0"/>
                <a:ea typeface="Open Sans" panose="020B0606030504020204" pitchFamily="34" charset="0"/>
                <a:cs typeface="Open Sans" panose="020B0606030504020204" pitchFamily="34" charset="0"/>
              </a:rPr>
              <a:t>Status</a:t>
            </a:r>
            <a:r>
              <a:rPr lang="en-US" sz="4400" dirty="0">
                <a:latin typeface="Open Sans" panose="020B0606030504020204" pitchFamily="34" charset="0"/>
                <a:ea typeface="Open Sans" panose="020B0606030504020204" pitchFamily="34" charset="0"/>
                <a:cs typeface="Open Sans" panose="020B0606030504020204" pitchFamily="34" charset="0"/>
              </a:rPr>
              <a:t>: 131 / 136 story points complete (96%). MVP beta is ready for a controlled canary, subject to final security and performance validation.</a:t>
            </a:r>
          </a:p>
          <a:p>
            <a:endParaRPr lang="en-US" sz="4400" b="1" dirty="0">
              <a:latin typeface="Open Sans" panose="020B0606030504020204" pitchFamily="34" charset="0"/>
              <a:ea typeface="Open Sans" panose="020B0606030504020204" pitchFamily="34" charset="0"/>
              <a:cs typeface="Open Sans" panose="020B0606030504020204" pitchFamily="34" charset="0"/>
            </a:endParaRPr>
          </a:p>
          <a:p>
            <a:r>
              <a:rPr lang="en-US" sz="4400" b="1" dirty="0">
                <a:latin typeface="Open Sans" panose="020B0606030504020204" pitchFamily="34" charset="0"/>
                <a:ea typeface="Open Sans" panose="020B0606030504020204" pitchFamily="34" charset="0"/>
                <a:cs typeface="Open Sans" panose="020B0606030504020204" pitchFamily="34" charset="0"/>
              </a:rPr>
              <a:t>Roadmap</a:t>
            </a:r>
            <a:r>
              <a:rPr lang="en-US" sz="4400" dirty="0">
                <a:latin typeface="Open Sans" panose="020B0606030504020204" pitchFamily="34" charset="0"/>
                <a:ea typeface="Open Sans" panose="020B0606030504020204" pitchFamily="34" charset="0"/>
                <a:cs typeface="Open Sans" panose="020B0606030504020204" pitchFamily="34" charset="0"/>
              </a:rPr>
              <a:t>: S1-S3 core commerce (65 points); S4 Cyber Shield (22); S5 Customer Fast Lane (23); S6 Flash Sale Launch (21).</a:t>
            </a:r>
          </a:p>
          <a:p>
            <a:endParaRPr lang="en-US" sz="4400" b="1" dirty="0">
              <a:latin typeface="Open Sans" panose="020B0606030504020204" pitchFamily="34" charset="0"/>
              <a:ea typeface="Open Sans" panose="020B0606030504020204" pitchFamily="34" charset="0"/>
              <a:cs typeface="Open Sans" panose="020B0606030504020204" pitchFamily="34" charset="0"/>
            </a:endParaRPr>
          </a:p>
          <a:p>
            <a:r>
              <a:rPr lang="en-US" sz="4400" b="1" dirty="0">
                <a:latin typeface="Open Sans" panose="020B0606030504020204" pitchFamily="34" charset="0"/>
                <a:ea typeface="Open Sans" panose="020B0606030504020204" pitchFamily="34" charset="0"/>
                <a:cs typeface="Open Sans" panose="020B0606030504020204" pitchFamily="34" charset="0"/>
              </a:rPr>
              <a:t>Decision</a:t>
            </a:r>
            <a:r>
              <a:rPr lang="en-US" sz="4400" dirty="0">
                <a:latin typeface="Open Sans" panose="020B0606030504020204" pitchFamily="34" charset="0"/>
                <a:ea typeface="Open Sans" panose="020B0606030504020204" pitchFamily="34" charset="0"/>
                <a:cs typeface="Open Sans" panose="020B0606030504020204" pitchFamily="34" charset="0"/>
              </a:rPr>
              <a:t>: Release to 10% automatically and offer the new site to the other 90%; monitor customer experience, security findings, availability, and BOGO behavior before full rollout.</a:t>
            </a:r>
          </a:p>
          <a:p>
            <a:endParaRPr lang="en-US" sz="4400" b="1" dirty="0">
              <a:latin typeface="Open Sans" panose="020B0606030504020204" pitchFamily="34" charset="0"/>
              <a:ea typeface="Open Sans" panose="020B0606030504020204" pitchFamily="34" charset="0"/>
              <a:cs typeface="Open Sans" panose="020B0606030504020204" pitchFamily="34" charset="0"/>
            </a:endParaRPr>
          </a:p>
          <a:p>
            <a:r>
              <a:rPr lang="en-US" sz="4400" b="1" dirty="0">
                <a:latin typeface="Open Sans" panose="020B0606030504020204" pitchFamily="34" charset="0"/>
                <a:ea typeface="Open Sans" panose="020B0606030504020204" pitchFamily="34" charset="0"/>
                <a:cs typeface="Open Sans" panose="020B0606030504020204" pitchFamily="34" charset="0"/>
              </a:rPr>
              <a:t>Scope</a:t>
            </a:r>
            <a:r>
              <a:rPr lang="en-US" sz="4400" dirty="0">
                <a:latin typeface="Open Sans" panose="020B0606030504020204" pitchFamily="34" charset="0"/>
                <a:ea typeface="Open Sans" panose="020B0606030504020204" pitchFamily="34" charset="0"/>
                <a:cs typeface="Open Sans" panose="020B0606030504020204" pitchFamily="34" charset="0"/>
              </a:rPr>
              <a:t>: One 5-point customer-review analysis story is deferred to the next prioritized backlog decision.</a:t>
            </a:r>
          </a:p>
        </p:txBody>
      </p:sp>
      <p:pic>
        <p:nvPicPr>
          <p:cNvPr id="4" name="Picture 10">
            <a:extLst>
              <a:ext uri="{FF2B5EF4-FFF2-40B4-BE49-F238E27FC236}">
                <a16:creationId xmlns:a16="http://schemas.microsoft.com/office/drawing/2014/main" id="{8F24E1A4-35E4-0B1C-8A32-99874FAE05C8}"/>
              </a:ext>
            </a:extLst>
          </p:cNvPr>
          <p:cNvPicPr>
            <a:picLocks/>
          </p:cNvPicPr>
          <p:nvPr/>
        </p:nvPicPr>
        <p:blipFill>
          <a:blip r:embed="rId3"/>
          <a:stretch>
            <a:fillRect/>
          </a:stretch>
        </p:blipFill>
        <p:spPr>
          <a:xfrm>
            <a:off x="18576562" y="3342401"/>
            <a:ext cx="13085228" cy="7276025"/>
          </a:xfrm>
          <a:prstGeom prst="rect">
            <a:avLst/>
          </a:prstGeom>
        </p:spPr>
      </p:pic>
      <p:pic>
        <p:nvPicPr>
          <p:cNvPr id="6" name="Picture 6">
            <a:extLst>
              <a:ext uri="{FF2B5EF4-FFF2-40B4-BE49-F238E27FC236}">
                <a16:creationId xmlns:a16="http://schemas.microsoft.com/office/drawing/2014/main" id="{CFC8D0DC-20E0-6906-CD40-A43B6216B356}"/>
              </a:ext>
            </a:extLst>
          </p:cNvPr>
          <p:cNvPicPr>
            <a:picLocks/>
          </p:cNvPicPr>
          <p:nvPr/>
        </p:nvPicPr>
        <p:blipFill>
          <a:blip r:embed="rId4"/>
          <a:stretch>
            <a:fillRect/>
          </a:stretch>
        </p:blipFill>
        <p:spPr>
          <a:xfrm>
            <a:off x="18576562" y="11292503"/>
            <a:ext cx="13085228" cy="636302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BF537FE0-AF45-B8AC-DB45-8472AC48D7DC}"/>
            </a:ext>
          </a:extLst>
        </p:cNvPr>
        <p:cNvGrpSpPr/>
        <p:nvPr/>
      </p:nvGrpSpPr>
      <p:grpSpPr>
        <a:xfrm>
          <a:off x="0" y="0"/>
          <a:ext cx="0" cy="0"/>
          <a:chOff x="0" y="0"/>
          <a:chExt cx="0" cy="0"/>
        </a:xfrm>
      </p:grpSpPr>
      <p:sp>
        <p:nvSpPr>
          <p:cNvPr id="229" name="Google Shape;229;p32">
            <a:extLst>
              <a:ext uri="{FF2B5EF4-FFF2-40B4-BE49-F238E27FC236}">
                <a16:creationId xmlns:a16="http://schemas.microsoft.com/office/drawing/2014/main" id="{B3ED5AE4-BAC0-3B46-B111-8127B8B000C3}"/>
              </a:ext>
            </a:extLst>
          </p:cNvPr>
          <p:cNvSpPr txBox="1">
            <a:spLocks noGrp="1"/>
          </p:cNvSpPr>
          <p:nvPr>
            <p:ph type="title" idx="4294967295"/>
          </p:nvPr>
        </p:nvSpPr>
        <p:spPr>
          <a:xfrm>
            <a:off x="1826600" y="384725"/>
            <a:ext cx="27762900" cy="22836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US" sz="6200" b="1" dirty="0">
                <a:latin typeface="Open Sans"/>
                <a:ea typeface="Open Sans"/>
                <a:cs typeface="Open Sans"/>
                <a:sym typeface="Open Sans"/>
              </a:rPr>
              <a:t>BVIR for Management</a:t>
            </a:r>
            <a:endParaRPr sz="6200" dirty="0">
              <a:latin typeface="Open Sans"/>
              <a:ea typeface="Open Sans"/>
              <a:cs typeface="Open Sans"/>
              <a:sym typeface="Open Sans"/>
            </a:endParaRPr>
          </a:p>
        </p:txBody>
      </p:sp>
      <p:sp>
        <p:nvSpPr>
          <p:cNvPr id="2" name="TextBox 1">
            <a:extLst>
              <a:ext uri="{FF2B5EF4-FFF2-40B4-BE49-F238E27FC236}">
                <a16:creationId xmlns:a16="http://schemas.microsoft.com/office/drawing/2014/main" id="{D775B323-F7C8-BC3B-076C-A400004BD7DA}"/>
              </a:ext>
            </a:extLst>
          </p:cNvPr>
          <p:cNvSpPr txBox="1"/>
          <p:nvPr/>
        </p:nvSpPr>
        <p:spPr>
          <a:xfrm>
            <a:off x="1290320" y="3025648"/>
            <a:ext cx="13335000" cy="15819715"/>
          </a:xfrm>
          <a:prstGeom prst="rect">
            <a:avLst/>
          </a:prstGeom>
          <a:noFill/>
        </p:spPr>
        <p:txBody>
          <a:bodyPr vert="horz" rtlCol="0">
            <a:spAutoFit/>
          </a:bodyPr>
          <a:lstStyle/>
          <a:p>
            <a:r>
              <a:rPr lang="en-US" sz="5400" b="1" dirty="0">
                <a:latin typeface="Open Sans" panose="020B0606030504020204" pitchFamily="34" charset="0"/>
                <a:ea typeface="Open Sans" panose="020B0606030504020204" pitchFamily="34" charset="0"/>
                <a:cs typeface="Open Sans" panose="020B0606030504020204" pitchFamily="34" charset="0"/>
              </a:rPr>
              <a:t>THE A-TEAM MANAGEMENT BVIR</a:t>
            </a:r>
          </a:p>
          <a:p>
            <a:endParaRPr lang="en-US" sz="4400" dirty="0">
              <a:latin typeface="Open Sans" panose="020B0606030504020204" pitchFamily="34" charset="0"/>
              <a:ea typeface="Open Sans" panose="020B0606030504020204" pitchFamily="34" charset="0"/>
              <a:cs typeface="Open Sans" panose="020B0606030504020204" pitchFamily="34" charset="0"/>
            </a:endParaRPr>
          </a:p>
          <a:p>
            <a:r>
              <a:rPr lang="en-US" sz="4400" b="1" dirty="0"/>
              <a:t>Burn-Down</a:t>
            </a:r>
            <a:r>
              <a:rPr lang="en-US" sz="4400" b="1"/>
              <a:t>:</a:t>
            </a:r>
            <a:r>
              <a:rPr lang="en-US" sz="4400"/>
              <a:t> Scope was 126 at Sprint 0, remained historical through Sprint 4 (39 remaining), then changed only when new work entered. A 5-point responsiveness request entered in Sprint 5 and a 5-point BOGO request in Sprint 6. After 131 points were delivered, 5 points remain deferred.</a:t>
            </a:r>
            <a:endParaRPr lang="en-US" sz="4400" dirty="0"/>
          </a:p>
          <a:p>
            <a:endParaRPr lang="en-US" sz="4400" dirty="0"/>
          </a:p>
          <a:p>
            <a:r>
              <a:rPr lang="en-US" sz="4400" b="1" dirty="0"/>
              <a:t>Burn-Up:</a:t>
            </a:r>
            <a:r>
              <a:rPr lang="en-US" sz="4400" dirty="0"/>
              <a:t> Cumulative completed work increased from 0 to 131 story points across six sprints</a:t>
            </a:r>
            <a:r>
              <a:rPr lang="en-US" sz="4400"/>
              <a:t>. Total scope held at 126 through Sprint 4, increased to 131 in Sprint 5, and increased to 136 in Sprint 6. The team delivered the highest-priority MVP work and left one 5-point analysis story deferred.</a:t>
            </a:r>
            <a:endParaRPr lang="en-US" sz="4400" dirty="0"/>
          </a:p>
          <a:p>
            <a:endParaRPr lang="en-US" sz="4400" b="1" dirty="0"/>
          </a:p>
          <a:p>
            <a:r>
              <a:rPr lang="en-US" sz="4400" b="1" dirty="0"/>
              <a:t>Committed vs. Delivered:</a:t>
            </a:r>
            <a:r>
              <a:rPr lang="en-US" sz="4400" dirty="0"/>
              <a:t> The team met its commitment in Sprints 1–5, delivering 20, 23, 22, 22, and 23 story points respectively</a:t>
            </a:r>
            <a:r>
              <a:rPr lang="en-US" sz="4400"/>
              <a:t>. In Sprint 6, it committed and delivered 21; the team deliberately deferred lower-priority work rather than compromise MVP quality or sustainable pace.</a:t>
            </a:r>
            <a:endParaRPr lang="en-US" sz="4400" dirty="0"/>
          </a:p>
          <a:p>
            <a:endParaRPr lang="en-US" sz="4400" dirty="0"/>
          </a:p>
        </p:txBody>
      </p:sp>
      <p:pic>
        <p:nvPicPr>
          <p:cNvPr id="4" name="Picture 9">
            <a:extLst>
              <a:ext uri="{FF2B5EF4-FFF2-40B4-BE49-F238E27FC236}">
                <a16:creationId xmlns:a16="http://schemas.microsoft.com/office/drawing/2014/main" id="{F54992E6-BBE3-4F77-8A76-4D2BF849E2CF}"/>
              </a:ext>
            </a:extLst>
          </p:cNvPr>
          <p:cNvPicPr>
            <a:picLocks/>
          </p:cNvPicPr>
          <p:nvPr/>
        </p:nvPicPr>
        <p:blipFill>
          <a:blip r:embed="rId3"/>
          <a:stretch>
            <a:fillRect/>
          </a:stretch>
        </p:blipFill>
        <p:spPr>
          <a:xfrm>
            <a:off x="19402388" y="354892"/>
            <a:ext cx="13085228" cy="6448243"/>
          </a:xfrm>
          <a:prstGeom prst="rect">
            <a:avLst/>
          </a:prstGeom>
        </p:spPr>
      </p:pic>
      <p:pic>
        <p:nvPicPr>
          <p:cNvPr id="6" name="Picture 15">
            <a:extLst>
              <a:ext uri="{FF2B5EF4-FFF2-40B4-BE49-F238E27FC236}">
                <a16:creationId xmlns:a16="http://schemas.microsoft.com/office/drawing/2014/main" id="{9C821A6A-52DC-B831-47E1-B8F7BDE01100}"/>
              </a:ext>
            </a:extLst>
          </p:cNvPr>
          <p:cNvPicPr>
            <a:picLocks/>
          </p:cNvPicPr>
          <p:nvPr/>
        </p:nvPicPr>
        <p:blipFill>
          <a:blip r:embed="rId4"/>
          <a:stretch>
            <a:fillRect/>
          </a:stretch>
        </p:blipFill>
        <p:spPr>
          <a:xfrm>
            <a:off x="19402388" y="7129376"/>
            <a:ext cx="13085228" cy="7174781"/>
          </a:xfrm>
          <a:prstGeom prst="rect">
            <a:avLst/>
          </a:prstGeom>
        </p:spPr>
      </p:pic>
      <p:pic>
        <p:nvPicPr>
          <p:cNvPr id="8" name="Picture 11">
            <a:extLst>
              <a:ext uri="{FF2B5EF4-FFF2-40B4-BE49-F238E27FC236}">
                <a16:creationId xmlns:a16="http://schemas.microsoft.com/office/drawing/2014/main" id="{73C17ACF-0DAC-0D35-8A14-73FF8F3EB7D9}"/>
              </a:ext>
            </a:extLst>
          </p:cNvPr>
          <p:cNvPicPr>
            <a:picLocks/>
          </p:cNvPicPr>
          <p:nvPr/>
        </p:nvPicPr>
        <p:blipFill>
          <a:blip r:embed="rId5"/>
          <a:stretch>
            <a:fillRect/>
          </a:stretch>
        </p:blipFill>
        <p:spPr>
          <a:xfrm>
            <a:off x="19402388" y="14630398"/>
            <a:ext cx="13085228" cy="6550455"/>
          </a:xfrm>
          <a:prstGeom prst="rect">
            <a:avLst/>
          </a:prstGeom>
        </p:spPr>
      </p:pic>
    </p:spTree>
    <p:extLst>
      <p:ext uri="{BB962C8B-B14F-4D97-AF65-F5344CB8AC3E}">
        <p14:creationId xmlns:p14="http://schemas.microsoft.com/office/powerpoint/2010/main" val="331530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C135B473-DA42-FE56-692A-BFB12F9F3B2C}"/>
            </a:ext>
          </a:extLst>
        </p:cNvPr>
        <p:cNvGrpSpPr/>
        <p:nvPr/>
      </p:nvGrpSpPr>
      <p:grpSpPr>
        <a:xfrm>
          <a:off x="0" y="0"/>
          <a:ext cx="0" cy="0"/>
          <a:chOff x="0" y="0"/>
          <a:chExt cx="0" cy="0"/>
        </a:xfrm>
      </p:grpSpPr>
      <p:pic>
        <p:nvPicPr>
          <p:cNvPr id="3" name="Roadmap Gantt - Updated">
            <a:extLst>
              <a:ext uri="{FF2B5EF4-FFF2-40B4-BE49-F238E27FC236}">
                <a16:creationId xmlns:a16="http://schemas.microsoft.com/office/drawing/2014/main" id="{3CFDE070-EEE6-7963-9033-5F3401D141E8}"/>
              </a:ext>
            </a:extLst>
          </p:cNvPr>
          <p:cNvPicPr>
            <a:picLocks/>
          </p:cNvPicPr>
          <p:nvPr/>
        </p:nvPicPr>
        <p:blipFill>
          <a:blip r:embed="rId3"/>
          <a:stretch>
            <a:fillRect/>
          </a:stretch>
        </p:blipFill>
        <p:spPr>
          <a:xfrm>
            <a:off x="455168" y="2176272"/>
            <a:ext cx="32154369" cy="18086832"/>
          </a:xfrm>
          <a:prstGeom prst="rect">
            <a:avLst/>
          </a:prstGeom>
        </p:spPr>
      </p:pic>
    </p:spTree>
    <p:extLst>
      <p:ext uri="{BB962C8B-B14F-4D97-AF65-F5344CB8AC3E}">
        <p14:creationId xmlns:p14="http://schemas.microsoft.com/office/powerpoint/2010/main" val="3835004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3"/>
          <p:cNvSpPr txBox="1">
            <a:spLocks noGrp="1"/>
          </p:cNvSpPr>
          <p:nvPr>
            <p:ph type="title" idx="4294967295"/>
          </p:nvPr>
        </p:nvSpPr>
        <p:spPr>
          <a:xfrm>
            <a:off x="1826600" y="384725"/>
            <a:ext cx="27762900" cy="194064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US" sz="4800" b="1" dirty="0">
                <a:latin typeface="Open Sans"/>
                <a:ea typeface="Open Sans"/>
                <a:cs typeface="Open Sans"/>
                <a:sym typeface="Open Sans"/>
              </a:rPr>
              <a:t>BVIR for Management - Written Narrative</a:t>
            </a:r>
            <a:br>
              <a:rPr lang="en-US" sz="4800" b="1" dirty="0">
                <a:latin typeface="Open Sans"/>
                <a:ea typeface="Open Sans"/>
                <a:cs typeface="Open Sans"/>
                <a:sym typeface="Open Sans"/>
              </a:rPr>
            </a:br>
            <a:br>
              <a:rPr lang="en-US" sz="4800" b="1" dirty="0">
                <a:latin typeface="Open Sans"/>
                <a:ea typeface="Open Sans"/>
                <a:cs typeface="Open Sans"/>
                <a:sym typeface="Open Sans"/>
              </a:rPr>
            </a:br>
            <a:r>
              <a:rPr lang="en-US" sz="4800" b="1" dirty="0">
                <a:latin typeface="Open Sans"/>
                <a:ea typeface="Open Sans"/>
                <a:cs typeface="Open Sans"/>
                <a:sym typeface="Open Sans"/>
              </a:rPr>
              <a:t>Team: The A-Team</a:t>
            </a:r>
            <a:br>
              <a:rPr lang="en-US" sz="4800" b="1" dirty="0">
                <a:latin typeface="Open Sans"/>
                <a:ea typeface="Open Sans"/>
                <a:cs typeface="Open Sans"/>
                <a:sym typeface="Open Sans"/>
              </a:rPr>
            </a:br>
            <a:br>
              <a:rPr lang="en-US" sz="4800" b="1" dirty="0">
                <a:latin typeface="Open Sans"/>
                <a:ea typeface="Open Sans"/>
                <a:cs typeface="Open Sans"/>
                <a:sym typeface="Open Sans"/>
              </a:rPr>
            </a:br>
            <a:r>
              <a:rPr lang="en-US" sz="4800" b="1" dirty="0">
                <a:latin typeface="Open Sans"/>
                <a:ea typeface="Open Sans"/>
                <a:cs typeface="Open Sans"/>
                <a:sym typeface="Open Sans"/>
              </a:rPr>
              <a:t>Vision: </a:t>
            </a:r>
            <a:r>
              <a:rPr lang="en-US" sz="4800" b="0" dirty="0">
                <a:latin typeface="Open Sans"/>
                <a:ea typeface="Open Sans"/>
                <a:cs typeface="Open Sans"/>
                <a:sym typeface="Open Sans"/>
              </a:rPr>
              <a:t>Deliver a secure, responsive, cloud-ready website that lets customers discover and purchase software with confidence.</a:t>
            </a:r>
            <a:br>
              <a:rPr lang="en-US" sz="4800" b="1" dirty="0">
                <a:latin typeface="Open Sans"/>
                <a:ea typeface="Open Sans"/>
                <a:cs typeface="Open Sans"/>
                <a:sym typeface="Open Sans"/>
              </a:rPr>
            </a:br>
            <a:br>
              <a:rPr lang="en-US" sz="4800" b="1" dirty="0">
                <a:latin typeface="Open Sans"/>
                <a:ea typeface="Open Sans"/>
                <a:cs typeface="Open Sans"/>
                <a:sym typeface="Open Sans"/>
              </a:rPr>
            </a:br>
            <a:r>
              <a:rPr lang="en-US" sz="4800" b="1" dirty="0">
                <a:latin typeface="Open Sans"/>
                <a:ea typeface="Open Sans"/>
                <a:cs typeface="Open Sans"/>
                <a:sym typeface="Open Sans"/>
              </a:rPr>
              <a:t>Status: </a:t>
            </a:r>
            <a:r>
              <a:rPr lang="en-US" sz="4800" b="0" dirty="0">
                <a:latin typeface="Open Sans"/>
                <a:ea typeface="Open Sans"/>
                <a:cs typeface="Open Sans"/>
                <a:sym typeface="Open Sans"/>
              </a:rPr>
              <a:t>131 of 136 story points are complete (96%). The five-point customer-review analysis story is deliberately deferred.</a:t>
            </a:r>
            <a:br>
              <a:rPr lang="en-US" sz="4800" b="0" dirty="0">
                <a:latin typeface="Open Sans"/>
                <a:ea typeface="Open Sans"/>
                <a:cs typeface="Open Sans"/>
                <a:sym typeface="Open Sans"/>
              </a:rPr>
            </a:br>
            <a:br>
              <a:rPr lang="en-US" sz="4800" b="0" dirty="0">
                <a:latin typeface="Open Sans"/>
                <a:ea typeface="Open Sans"/>
                <a:cs typeface="Open Sans"/>
                <a:sym typeface="Open Sans"/>
              </a:rPr>
            </a:br>
            <a:r>
              <a:rPr lang="en-US" sz="4800" b="0" dirty="0">
                <a:latin typeface="Open Sans"/>
                <a:ea typeface="Open Sans"/>
                <a:cs typeface="Open Sans"/>
                <a:sym typeface="Open Sans"/>
              </a:rPr>
              <a:t>The team used an observed 21.7-point average to plan sustainably. Security work was </a:t>
            </a:r>
            <a:br>
              <a:rPr lang="en-US" sz="4800" b="0" dirty="0">
                <a:latin typeface="Open Sans"/>
                <a:ea typeface="Open Sans"/>
                <a:cs typeface="Open Sans"/>
                <a:sym typeface="Open Sans"/>
              </a:rPr>
            </a:br>
            <a:r>
              <a:rPr lang="en-US" sz="4800" b="0" dirty="0">
                <a:latin typeface="Open Sans"/>
                <a:ea typeface="Open Sans"/>
                <a:cs typeface="Open Sans"/>
                <a:sym typeface="Open Sans"/>
              </a:rPr>
              <a:t>accelerated in Sprint 4, customer responsiveness and availability in Sprint 5, and BOGO in Sprint 6.</a:t>
            </a:r>
            <a:br>
              <a:rPr lang="en-US" sz="4800" b="1" dirty="0">
                <a:latin typeface="Open Sans"/>
                <a:ea typeface="Open Sans"/>
                <a:cs typeface="Open Sans"/>
                <a:sym typeface="Open Sans"/>
              </a:rPr>
            </a:br>
            <a:br>
              <a:rPr lang="en-US" sz="4800" b="1" dirty="0">
                <a:latin typeface="Open Sans"/>
                <a:ea typeface="Open Sans"/>
                <a:cs typeface="Open Sans"/>
                <a:sym typeface="Open Sans"/>
              </a:rPr>
            </a:br>
            <a:br>
              <a:rPr lang="en-US" sz="4800" b="1" dirty="0">
                <a:latin typeface="Open Sans"/>
                <a:ea typeface="Open Sans"/>
                <a:cs typeface="Open Sans"/>
                <a:sym typeface="Open Sans"/>
              </a:rPr>
            </a:br>
            <a:r>
              <a:rPr lang="en-US" sz="4800" b="1" dirty="0">
                <a:latin typeface="Open Sans"/>
                <a:ea typeface="Open Sans"/>
                <a:cs typeface="Open Sans"/>
                <a:sym typeface="Open Sans"/>
              </a:rPr>
              <a:t>Recommendation: release the MVP beta to the planned 10% automatic canary and 90% opt-in path. Use security, performance, availability, and customer-behavior evidence before full rollout.</a:t>
            </a:r>
            <a:endParaRPr sz="4800" dirty="0">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4"/>
          <p:cNvSpPr txBox="1">
            <a:spLocks noGrp="1"/>
          </p:cNvSpPr>
          <p:nvPr>
            <p:ph type="title"/>
          </p:nvPr>
        </p:nvSpPr>
        <p:spPr>
          <a:xfrm>
            <a:off x="2626020" y="5626240"/>
            <a:ext cx="27678300" cy="2283600"/>
          </a:xfrm>
          <a:prstGeom prst="rect">
            <a:avLst/>
          </a:prstGeom>
        </p:spPr>
        <p:txBody>
          <a:bodyPr spcFirstLastPara="1" wrap="square" lIns="349450" tIns="349450" rIns="349450" bIns="349450" anchor="t" anchorCtr="0">
            <a:noAutofit/>
          </a:bodyPr>
          <a:lstStyle/>
          <a:p>
            <a:pPr marL="0" lvl="0" indent="0" algn="l" rtl="0">
              <a:spcBef>
                <a:spcPts val="0"/>
              </a:spcBef>
              <a:spcAft>
                <a:spcPts val="0"/>
              </a:spcAft>
              <a:buNone/>
            </a:pPr>
            <a:r>
              <a:rPr lang="en" sz="6200" b="1" dirty="0">
                <a:latin typeface="Open Sans" panose="020B0606030504020204" pitchFamily="34" charset="0"/>
                <a:ea typeface="Open Sans" panose="020B0606030504020204" pitchFamily="34" charset="0"/>
                <a:cs typeface="Open Sans" panose="020B0606030504020204" pitchFamily="34" charset="0"/>
                <a:sym typeface="Open Sans"/>
              </a:rPr>
              <a:t>Questions from Management </a:t>
            </a:r>
            <a:r>
              <a:rPr lang="en" sz="6200" dirty="0">
                <a:latin typeface="Open Sans" panose="020B0606030504020204" pitchFamily="34" charset="0"/>
                <a:ea typeface="Open Sans" panose="020B0606030504020204" pitchFamily="34" charset="0"/>
                <a:cs typeface="Open Sans" panose="020B0606030504020204" pitchFamily="34" charset="0"/>
                <a:sym typeface="Open Sans"/>
              </a:rPr>
              <a:t>– Narrative (No Camera)</a:t>
            </a:r>
            <a:endParaRPr sz="4800"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endParaRPr sz="4800" b="1"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endParaRPr sz="4800" b="1"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r>
              <a:rPr lang="en-US" sz="4800" b="1">
                <a:latin typeface="Open Sans" panose="020B0606030504020204" pitchFamily="34" charset="0"/>
                <a:ea typeface="Open Sans" panose="020B0606030504020204" pitchFamily="34" charset="0"/>
                <a:cs typeface="Open Sans" panose="020B0606030504020204" pitchFamily="34" charset="0"/>
                <a:sym typeface="Open Sans"/>
              </a:rPr>
              <a:t>Responses to management questions:</a:t>
            </a:r>
            <a:endParaRPr sz="4800" b="1"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endParaRPr sz="4800" b="1"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endParaRPr sz="1200" b="1"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endParaRPr sz="1200" b="1"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endParaRPr sz="1200" b="1"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r>
              <a:rPr lang="en" sz="4800" b="1" dirty="0">
                <a:latin typeface="Open Sans" panose="020B0606030504020204" pitchFamily="34" charset="0"/>
                <a:ea typeface="Open Sans" panose="020B0606030504020204" pitchFamily="34" charset="0"/>
                <a:cs typeface="Open Sans" panose="020B0606030504020204" pitchFamily="34" charset="0"/>
                <a:sym typeface="Open Sans"/>
              </a:rPr>
              <a:t> </a:t>
            </a:r>
            <a:endParaRPr sz="4800" b="1"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endParaRPr sz="4800" dirty="0">
              <a:solidFill>
                <a:schemeClr val="dk2"/>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endParaRPr sz="4800" b="1" dirty="0">
              <a:latin typeface="Open Sans" panose="020B0606030504020204" pitchFamily="34" charset="0"/>
              <a:ea typeface="Open Sans" panose="020B0606030504020204" pitchFamily="34" charset="0"/>
              <a:cs typeface="Open Sans" panose="020B0606030504020204" pitchFamily="34" charset="0"/>
              <a:sym typeface="Open Sans"/>
            </a:endParaRPr>
          </a:p>
          <a:p>
            <a:pPr marL="0" lvl="0" indent="0" algn="l" rtl="0">
              <a:spcBef>
                <a:spcPts val="0"/>
              </a:spcBef>
              <a:spcAft>
                <a:spcPts val="0"/>
              </a:spcAft>
              <a:buNone/>
            </a:pPr>
            <a:endParaRPr sz="4800" dirty="0">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2" name="TextBox 1">
            <a:extLst>
              <a:ext uri="{FF2B5EF4-FFF2-40B4-BE49-F238E27FC236}">
                <a16:creationId xmlns:a16="http://schemas.microsoft.com/office/drawing/2014/main" id="{BAC7D3FA-99EB-70E0-DB23-B882A480B8DD}"/>
              </a:ext>
            </a:extLst>
          </p:cNvPr>
          <p:cNvSpPr txBox="1"/>
          <p:nvPr/>
        </p:nvSpPr>
        <p:spPr>
          <a:xfrm>
            <a:off x="3175000" y="12142935"/>
            <a:ext cx="12065000" cy="3785652"/>
          </a:xfrm>
          <a:prstGeom prst="rect">
            <a:avLst/>
          </a:prstGeom>
          <a:noFill/>
        </p:spPr>
        <p:txBody>
          <a:bodyPr vert="horz" rtlCol="0">
            <a:spAutoFit/>
          </a:bodyPr>
          <a:lstStyle/>
          <a:p>
            <a:r>
              <a:rPr lang="en-US" sz="4000" dirty="0">
                <a:latin typeface="Open Sans" panose="020B0606030504020204" pitchFamily="34" charset="0"/>
                <a:ea typeface="Open Sans" panose="020B0606030504020204" pitchFamily="34" charset="0"/>
                <a:cs typeface="Open Sans" panose="020B0606030504020204" pitchFamily="34" charset="0"/>
              </a:rPr>
              <a:t>CFO: An MVP is the smallest safe, usable release that tests value. We completed 131/136 points and protect customers with security, availability, and a controlled canary. Perfection is not the release criterion; validated outcomes and managed risk are.</a:t>
            </a:r>
          </a:p>
        </p:txBody>
      </p:sp>
      <p:sp>
        <p:nvSpPr>
          <p:cNvPr id="3" name="TextBox 2">
            <a:extLst>
              <a:ext uri="{FF2B5EF4-FFF2-40B4-BE49-F238E27FC236}">
                <a16:creationId xmlns:a16="http://schemas.microsoft.com/office/drawing/2014/main" id="{D4C60B6E-C809-B355-B960-466BF46DFEB8}"/>
              </a:ext>
            </a:extLst>
          </p:cNvPr>
          <p:cNvSpPr txBox="1"/>
          <p:nvPr/>
        </p:nvSpPr>
        <p:spPr>
          <a:xfrm>
            <a:off x="16891000" y="12700000"/>
            <a:ext cx="12065000" cy="3785652"/>
          </a:xfrm>
          <a:prstGeom prst="rect">
            <a:avLst/>
          </a:prstGeom>
          <a:noFill/>
        </p:spPr>
        <p:txBody>
          <a:bodyPr vert="horz" rtlCol="0">
            <a:spAutoFit/>
          </a:bodyPr>
          <a:lstStyle/>
          <a:p>
            <a:r>
              <a:rPr lang="en-US" sz="4000" dirty="0">
                <a:latin typeface="Open Sans" panose="020B0606030504020204" pitchFamily="34" charset="0"/>
                <a:ea typeface="Open Sans" panose="020B0606030504020204" pitchFamily="34" charset="0"/>
                <a:cs typeface="Open Sans" panose="020B0606030504020204" pitchFamily="34" charset="0"/>
              </a:rPr>
              <a:t>CMO: The plan changed because customer and market learning changed. Responsiveness addressed abandonment risk and BOGO addressed the pandemic request. The backlog is adaptive; the delivered MVP preserves the highest-value work.</a:t>
            </a:r>
          </a:p>
        </p:txBody>
      </p:sp>
      <p:sp>
        <p:nvSpPr>
          <p:cNvPr id="4" name="TextBox 3">
            <a:extLst>
              <a:ext uri="{FF2B5EF4-FFF2-40B4-BE49-F238E27FC236}">
                <a16:creationId xmlns:a16="http://schemas.microsoft.com/office/drawing/2014/main" id="{E7EDDAFA-5036-DC6D-785B-13D15D88CBBE}"/>
              </a:ext>
            </a:extLst>
          </p:cNvPr>
          <p:cNvSpPr txBox="1"/>
          <p:nvPr/>
        </p:nvSpPr>
        <p:spPr>
          <a:xfrm>
            <a:off x="3175000" y="16506757"/>
            <a:ext cx="12065000" cy="3785652"/>
          </a:xfrm>
          <a:prstGeom prst="rect">
            <a:avLst/>
          </a:prstGeom>
          <a:noFill/>
        </p:spPr>
        <p:txBody>
          <a:bodyPr vert="horz" rtlCol="0">
            <a:spAutoFit/>
          </a:bodyPr>
          <a:lstStyle/>
          <a:p>
            <a:r>
              <a:rPr lang="en-US" sz="4000" dirty="0">
                <a:latin typeface="Open Sans" panose="020B0606030504020204" pitchFamily="34" charset="0"/>
                <a:ea typeface="Open Sans" panose="020B0606030504020204" pitchFamily="34" charset="0"/>
                <a:cs typeface="Open Sans" panose="020B0606030504020204" pitchFamily="34" charset="0"/>
              </a:rPr>
              <a:t>CEO: The Product Owner orders value and the self-managing team chooses sustainable work. Capacity averaged 21.7 points; 24/7 work would harm quality and predictability. Metrics show 96% complete and one five-point item consciously deferred.</a:t>
            </a:r>
          </a:p>
        </p:txBody>
      </p:sp>
      <p:sp>
        <p:nvSpPr>
          <p:cNvPr id="5" name="TextBox 4">
            <a:extLst>
              <a:ext uri="{FF2B5EF4-FFF2-40B4-BE49-F238E27FC236}">
                <a16:creationId xmlns:a16="http://schemas.microsoft.com/office/drawing/2014/main" id="{EA3A2604-B32F-4B65-5B52-D307F2FCF0F3}"/>
              </a:ext>
            </a:extLst>
          </p:cNvPr>
          <p:cNvSpPr txBox="1"/>
          <p:nvPr/>
        </p:nvSpPr>
        <p:spPr>
          <a:xfrm>
            <a:off x="16891000" y="16506757"/>
            <a:ext cx="12065000" cy="3170099"/>
          </a:xfrm>
          <a:prstGeom prst="rect">
            <a:avLst/>
          </a:prstGeom>
          <a:noFill/>
        </p:spPr>
        <p:txBody>
          <a:bodyPr vert="horz" rtlCol="0">
            <a:spAutoFit/>
          </a:bodyPr>
          <a:lstStyle/>
          <a:p>
            <a:r>
              <a:rPr lang="en-US" sz="4000" dirty="0">
                <a:latin typeface="Open Sans" panose="020B0606030504020204" pitchFamily="34" charset="0"/>
                <a:ea typeface="Open Sans" panose="020B0606030504020204" pitchFamily="34" charset="0"/>
                <a:cs typeface="Open Sans" panose="020B0606030504020204" pitchFamily="34" charset="0"/>
              </a:rPr>
              <a:t>CTO: Do not add Sprint 7 before observing the beta. Release through the 10% canary and 90% opt-in route, monitor security, performance, availability, and conversion, then reprioritize using that evidence.</a:t>
            </a: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1898</Words>
  <Application>Microsoft Office PowerPoint</Application>
  <PresentationFormat>Custom</PresentationFormat>
  <Paragraphs>134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Raleway</vt:lpstr>
      <vt:lpstr>Lato</vt:lpstr>
      <vt:lpstr>Open Sans</vt:lpstr>
      <vt:lpstr>Arial</vt:lpstr>
      <vt:lpstr>Streamline</vt:lpstr>
      <vt:lpstr>The A-Team | Agile Communication Project</vt:lpstr>
      <vt:lpstr>Agile Communication Project </vt:lpstr>
      <vt:lpstr>PowerPoint Presentation</vt:lpstr>
      <vt:lpstr>Agile Communication Project </vt:lpstr>
      <vt:lpstr>PowerPoint Presentation</vt:lpstr>
      <vt:lpstr>PowerPoint Presentation</vt:lpstr>
      <vt:lpstr>The  A-Team</vt:lpstr>
      <vt:lpstr>Agile Communication Project </vt:lpstr>
      <vt:lpstr>PowerPoint Presentation</vt:lpstr>
      <vt:lpstr>PowerPoint Presentation</vt:lpstr>
      <vt:lpstr>The  A-Team</vt:lpstr>
      <vt:lpstr>Agile Communication Project </vt:lpstr>
      <vt:lpstr>PowerPoint Presentation</vt:lpstr>
      <vt:lpstr>PowerPoint Presentation</vt:lpstr>
      <vt:lpstr>The A-Team</vt:lpstr>
      <vt:lpstr>BVIR for Management Questions   Which charts would you want to include in the BVIR that Management would need and why?  Move the Orange boxes to the correct column below  Include the Burn-Up, Burn-Down, and Committed vs. Delivered charts. The Burn-Up chart shows cumulative completed value and remaining scope; the Burn-Down chart shows the pace at which remaining work is declining; and Committed vs. Delivered shows the team’s reliability against its sprint commitments. Together, these metrics help Management assess progress, predictability, scope, and release readiness. Do not include Story Point Cost per Team because it does not explain MVP value, delivery progress, or the canary-release decision.   </vt:lpstr>
      <vt:lpstr>Creating the BVIR for Management  Questions to answer before you start the BVIR  What would tell Management if they want to know the details about actual stories? [Select from the choices below] "While I understand that you want to get into individual stories and know all the details, we would prefer that Management spends your valuable time guiding and influencing the Roadmap and direction of the project and leave the story delivery to the Teams you have empowered." Absolutely, let's get into the details! No, that is none of your business  Which of the above did you choose (1,2,3) and why?  Choice 1. Management receives delivery trends, scope, risk, and roadmap decisions; the empowered team owns story-level execution details.   </vt:lpstr>
      <vt:lpstr>Creating the BVIR for Management Questions to answer before you start the BVIR  Is it project considered a failure because backlog items still remain? Explain.   No. A backlog is an ordered set of options, not a contract to complete every item. The MVP is successful when it delivers the validated, highest-value scope safely. One five-point analysis story remains and is transparently queued for the next decision.   </vt:lpstr>
      <vt:lpstr>BVIR for Management</vt:lpstr>
      <vt:lpstr>BVIR for Management</vt:lpstr>
      <vt:lpstr>PowerPoint Presentation</vt:lpstr>
      <vt:lpstr>BVIR for Management - Written Narrative  Team: The A-Team  Vision: Deliver a secure, responsive, cloud-ready website that lets customers discover and purchase software with confidence.  Status: 131 of 136 story points are complete (96%). The five-point customer-review analysis story is deliberately deferred.  The team used an observed 21.7-point average to plan sustainably. Security work was  accelerated in Sprint 4, customer responsiveness and availability in Sprint 5, and BOGO in Sprint 6.   Recommendation: release the MVP beta to the planned 10% automatic canary and 90% opt-in path. Use security, performance, availability, and customer-behavior evidence before full rollout.</vt:lpstr>
      <vt:lpstr>Questions from Management – Narrative (No Camera)   Responses to management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Christopher O'Hara</cp:lastModifiedBy>
  <cp:revision>10</cp:revision>
  <dcterms:modified xsi:type="dcterms:W3CDTF">2026-08-12T23:42:59Z</dcterms:modified>
</cp:coreProperties>
</file>